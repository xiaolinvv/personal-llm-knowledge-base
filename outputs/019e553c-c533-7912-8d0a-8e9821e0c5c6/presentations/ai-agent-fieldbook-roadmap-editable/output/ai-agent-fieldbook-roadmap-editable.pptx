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ecfea802e44f9" /><Relationship Type="http://schemas.openxmlformats.org/officeDocument/2006/relationships/extended-properties" Target="/docProps/app.xml" Id="R3a3f7361b8ec4e05" /><Relationship Type="http://schemas.openxmlformats.org/officeDocument/2006/relationships/officeDocument" Target="/ppt/presentation.xml" Id="R026c6889c0b845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d859b37c54b90"/>
  </p:sldMasterIdLst>
  <p:notesMasterIdLst>
    <p:notesMasterId xmlns:r="http://schemas.openxmlformats.org/officeDocument/2006/relationships" r:id="Rd0f6e3eb8ced4ab4"/>
  </p:notesMasterIdLst>
  <p:sldIdLst>
    <p:sldId xmlns:r="http://schemas.openxmlformats.org/officeDocument/2006/relationships" id="256" r:id="R086eb4413f95449e"/>
    <p:sldId xmlns:r="http://schemas.openxmlformats.org/officeDocument/2006/relationships" id="257" r:id="R9228fb666f434869"/>
    <p:sldId xmlns:r="http://schemas.openxmlformats.org/officeDocument/2006/relationships" id="258" r:id="Rb9f57527f7584b27"/>
    <p:sldId xmlns:r="http://schemas.openxmlformats.org/officeDocument/2006/relationships" id="259" r:id="R95490dad17d9419d"/>
    <p:sldId xmlns:r="http://schemas.openxmlformats.org/officeDocument/2006/relationships" id="260" r:id="R7f0955b240b44048"/>
    <p:sldId xmlns:r="http://schemas.openxmlformats.org/officeDocument/2006/relationships" id="261" r:id="Rfcf5ba6dc5064647"/>
    <p:sldId xmlns:r="http://schemas.openxmlformats.org/officeDocument/2006/relationships" id="262" r:id="R68134042a4694eaa"/>
    <p:sldId xmlns:r="http://schemas.openxmlformats.org/officeDocument/2006/relationships" id="263" r:id="Rad5532af1aba4f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d859b37c54b90" /><Relationship Type="http://schemas.openxmlformats.org/officeDocument/2006/relationships/theme" Target="/ppt/theme/theme1.xml" Id="R3a1ae840f63c42bf" /><Relationship Type="http://schemas.openxmlformats.org/officeDocument/2006/relationships/notesMaster" Target="/ppt/notesMasters/notesMaster1.xml" Id="Rd0f6e3eb8ced4ab4" /><Relationship Type="http://schemas.openxmlformats.org/officeDocument/2006/relationships/presProps" Target="/ppt/presProps.xml" Id="R043fbc6778074b20" /><Relationship Type="http://schemas.openxmlformats.org/officeDocument/2006/relationships/viewProps" Target="/ppt/viewProps.xml" Id="R76ef2f50447a4133" /><Relationship Type="http://schemas.openxmlformats.org/officeDocument/2006/relationships/tableStyles" Target="/ppt/tableStyles.xml" Id="R3d62273288de4d8a" /><Relationship Type="http://schemas.openxmlformats.org/officeDocument/2006/relationships/slide" Target="/ppt/slides/slide1.xml" Id="R086eb4413f95449e" /><Relationship Type="http://schemas.openxmlformats.org/officeDocument/2006/relationships/slide" Target="/ppt/slides/slide2.xml" Id="R9228fb666f434869" /><Relationship Type="http://schemas.openxmlformats.org/officeDocument/2006/relationships/slide" Target="/ppt/slides/slide3.xml" Id="Rb9f57527f7584b27" /><Relationship Type="http://schemas.openxmlformats.org/officeDocument/2006/relationships/slide" Target="/ppt/slides/slide4.xml" Id="R95490dad17d9419d" /><Relationship Type="http://schemas.openxmlformats.org/officeDocument/2006/relationships/slide" Target="/ppt/slides/slide5.xml" Id="R7f0955b240b44048" /><Relationship Type="http://schemas.openxmlformats.org/officeDocument/2006/relationships/slide" Target="/ppt/slides/slide6.xml" Id="Rfcf5ba6dc5064647" /><Relationship Type="http://schemas.openxmlformats.org/officeDocument/2006/relationships/slide" Target="/ppt/slides/slide7.xml" Id="R68134042a4694eaa" /><Relationship Type="http://schemas.openxmlformats.org/officeDocument/2006/relationships/slide" Target="/ppt/slides/slide8.xml" Id="Rad5532af1aba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bd7e31fbba4c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4b556b3e174546" /><Relationship Type="http://schemas.openxmlformats.org/officeDocument/2006/relationships/notesMaster" Target="/ppt/notesMasters/notesMaster1.xml" Id="R44ab6b9a6280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3ff72d7bbe4106" /><Relationship Type="http://schemas.openxmlformats.org/officeDocument/2006/relationships/notesMaster" Target="/ppt/notesMasters/notesMaster1.xml" Id="Rad1bc293a355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e666e006a4798" /><Relationship Type="http://schemas.openxmlformats.org/officeDocument/2006/relationships/notesMaster" Target="/ppt/notesMasters/notesMaster1.xml" Id="Rd8a66b8299ed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0be4484b8a4c95" /><Relationship Type="http://schemas.openxmlformats.org/officeDocument/2006/relationships/notesMaster" Target="/ppt/notesMasters/notesMaster1.xml" Id="Rd04e0efe530641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73d8a1fe2a4608" /><Relationship Type="http://schemas.openxmlformats.org/officeDocument/2006/relationships/notesMaster" Target="/ppt/notesMasters/notesMaster1.xml" Id="Rcc1b791895bb41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8c9fac5494839" /><Relationship Type="http://schemas.openxmlformats.org/officeDocument/2006/relationships/notesMaster" Target="/ppt/notesMasters/notesMaster1.xml" Id="R8aab59b8424e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c46f1a0c54253" /><Relationship Type="http://schemas.openxmlformats.org/officeDocument/2006/relationships/notesMaster" Target="/ppt/notesMasters/notesMaster1.xml" Id="Rf23fd306575e46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f07a5a45914315" /><Relationship Type="http://schemas.openxmlformats.org/officeDocument/2006/relationships/notesMaster" Target="/ppt/notesMasters/notesMaster1.xml" Id="R127fea7e6c0e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4c38d663a48a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a553c324804848" /><Relationship Type="http://schemas.openxmlformats.org/officeDocument/2006/relationships/slideLayout" Target="/ppt/slideLayouts/slideLayout2.xml" Id="R46cc23b71b3042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c23b71b3042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cdcea0e254620" /><Relationship Type="http://schemas.openxmlformats.org/officeDocument/2006/relationships/notesSlide" Target="/ppt/notesSlides/notesSlide1.xml" Id="R468cae4d95af41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4cd47d73445e2" /><Relationship Type="http://schemas.openxmlformats.org/officeDocument/2006/relationships/notesSlide" Target="/ppt/notesSlides/notesSlide2.xml" Id="Rc43a2f73dde746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0a75e8ddd4191" /><Relationship Type="http://schemas.openxmlformats.org/officeDocument/2006/relationships/notesSlide" Target="/ppt/notesSlides/notesSlide3.xml" Id="Rd432135ff9d9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c6684fcad4b6d" /><Relationship Type="http://schemas.openxmlformats.org/officeDocument/2006/relationships/notesSlide" Target="/ppt/notesSlides/notesSlide4.xml" Id="Re03a6ec55a49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66c0cade954afd" /><Relationship Type="http://schemas.openxmlformats.org/officeDocument/2006/relationships/notesSlide" Target="/ppt/notesSlides/notesSlide5.xml" Id="R964b8f11ca1e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5b7afdf4c4343" /><Relationship Type="http://schemas.openxmlformats.org/officeDocument/2006/relationships/notesSlide" Target="/ppt/notesSlides/notesSlide6.xml" Id="R2b8d11242754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1f0734ea94d1a" /><Relationship Type="http://schemas.openxmlformats.org/officeDocument/2006/relationships/notesSlide" Target="/ppt/notesSlides/notesSlide7.xml" Id="R098143f3217940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fb41c0fd34832" /><Relationship Type="http://schemas.openxmlformats.org/officeDocument/2006/relationships/notesSlide" Target="/ppt/notesSlides/notesSlide8.xml" Id="R86a46e66dd974e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FD5A27-6580-4C71-8B89-4936DF0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52634B8-5815-48EF-8CE9-4CCD05C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15CAD7E-07FC-4CEC-A5EE-763C5A4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710223F-37C7-48A9-A6C4-4D552FF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EBA15FC-4EDE-43ED-9FE9-6A8C76DE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7654F31-5898-4E2A-9A2D-7F40283D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EE072F2-AAA4-41DD-9CC3-790BE3B2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A5C1A63-04C6-4AE6-BD50-AF9D1CC9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6CB2BF5-6259-4531-AA97-4C18113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92D6282-DF25-4D58-AB85-6EDD28C8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0477D8E-4885-4375-9F31-3E911A6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A7C6654-3C55-4B78-9587-9153B1A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2A4F1FE-B04B-4968-99C5-6C02A5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D991755-C302-4EF7-840F-B7E9CEB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4B721DC-B09E-417F-B54C-F2F55A2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70A75C9-6845-4994-ABA1-FE2E6CC7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3D8176A-DF9A-4A02-BFC3-395CBB4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8FD2921-27E4-4F59-96F8-72C8A917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71B715C-520D-4991-8E6E-CAC2132E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5EA4581-42F8-4DBF-987C-D7DF2B0C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CB07661-FA27-456D-818F-2465F6C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7371007-7F4F-4AC0-AB19-D91DECB3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44E379B-7E10-4235-A612-97C7D013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F3DB05F-597F-4BBD-AE55-7EB8124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1C39372-ACCA-44F9-B3AD-5B085F3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6054891-254F-4F43-A480-F614703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F1D42CF-8C3E-45C4-822C-BCA48B57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E258204-B507-4218-BDFF-E11E725B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114668F-3E2E-4E93-99A4-D779EBE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4149E8E-B708-49BA-BBD8-84C1C96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C533444-7616-4C9E-A04C-9323471E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1D4FDEC-D9F4-4980-867B-EBAA3466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D9AFE79-29FC-4C46-A188-8EB9B21E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D377C21-601D-491F-9988-0FFE9B9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BF8F7C0-1791-4D8E-BC8B-3FAC47D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61ED2BB-8D66-4C4D-B583-87955C3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E2E1B47-F1EF-42A4-832D-D73F29C9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A90C8CA-1ABD-4B29-95B5-06057FF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527B419-5CD0-455E-AB23-2FBDAA3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DFD6496-B299-4D3D-BD8E-37D50EDC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EC06B73-D117-4D6B-A0A7-B537B8F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B1736B0-3717-44E8-8D73-0FFD5204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BFB263D-021F-4FFB-BB61-EDEC34C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3B7A0B1-3732-4D97-84AD-43EFB9CB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28C2F79-BB87-4C81-A163-BBE1068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C61CFD9-B4A5-4E9D-8142-2C56CB2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7007ECA-ED03-4488-8038-8A9D45E1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3518444-DCCC-443D-A195-4827B5E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B41D9BA-25F3-4037-8C3A-7480998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4238D7B-3ABA-41FE-A4B9-DB148FF3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618C5BE-568E-4486-9621-5637B12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9AF6C1C-D586-42BA-9CD4-41E797B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1D04363-7CA7-48F6-A414-3EFA2B3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E939BB9-77E5-4F30-8CDC-7D1F681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65CD4D2-9EB4-44FF-9002-51843A9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F541806-D569-4CA0-A08C-533038EE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DDFDB73-28A2-4583-80A6-F82A27A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DFD1960-EE3F-4C80-A31F-5C1B90ED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816157A-72A4-4DB1-9570-8AE6A647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E45B4BC-277D-432C-A2D1-2BC8DBA6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71C32CF-EF00-482A-83E1-59F1BC5F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3A971EC-F23E-4740-ABFC-C17B48B0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DAF2572-5A83-4676-9207-90AF559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2A148E2-32BD-4A3D-BD4B-3238A7B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7C9F435-2CF9-4CD5-8149-80A226BA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0923FD08-F1A7-4415-BE75-34B13E8B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67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A8EA872B-2AF5-4B30-B3FA-9D1E5BB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Fieldbook 路线图</a:t>
            </a:r>
          </a:p>
        </p:txBody>
      </p:sp>
      <p:sp>
        <p:nvSpPr>
          <p:cNvPr id="68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C1D3F476-9A16-496D-B1DB-E6CFC48D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51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9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21E566A9-7754-4C8B-B0CC-C977CD9C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从官方原语开始，不从框架幻觉开始。</a:t>
            </a:r>
          </a:p>
        </p:txBody>
      </p:sp>
      <p:sp>
        <p:nvSpPr>
          <p:cNvPr id="70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6F183C15-1F1B-4DFA-AFC0-4A211152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从最小实验验证，不用 demo 冒充系统。</a:t>
            </a:r>
          </a:p>
        </p:txBody>
      </p:sp>
      <p:sp>
        <p:nvSpPr>
          <p:cNvPr id="71" name="cover-line-3">
            <a:extLst xmlns:a="http://schemas.openxmlformats.org/drawingml/2006/main">
              <a:ext uri="{FF2B5EF4-FFF2-40B4-BE49-F238E27FC236}">
                <a16:creationId xmlns:a16="http://schemas.microsoft.com/office/drawing/2014/main" id="{FB0699DD-9E99-46FA-B917-E1364FA4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从真实案例拆解，最后沉淀工程判断。</a:t>
            </a:r>
          </a:p>
        </p:txBody>
      </p:sp>
      <p:sp>
        <p:nvSpPr>
          <p:cNvPr id="72" name="chip-openai">
            <a:extLst xmlns:a="http://schemas.openxmlformats.org/drawingml/2006/main">
              <a:ext uri="{FF2B5EF4-FFF2-40B4-BE49-F238E27FC236}">
                <a16:creationId xmlns:a16="http://schemas.microsoft.com/office/drawing/2014/main" id="{1824C8C9-757A-4144-97B8-663710B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3" name="chip-openai-text">
            <a:extLst xmlns:a="http://schemas.openxmlformats.org/drawingml/2006/main">
              <a:ext uri="{FF2B5EF4-FFF2-40B4-BE49-F238E27FC236}">
                <a16:creationId xmlns:a16="http://schemas.microsoft.com/office/drawing/2014/main" id="{8DC91B58-88E8-4AF4-825D-98D916F0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74" name="chip-claude">
            <a:extLst xmlns:a="http://schemas.openxmlformats.org/drawingml/2006/main">
              <a:ext uri="{FF2B5EF4-FFF2-40B4-BE49-F238E27FC236}">
                <a16:creationId xmlns:a16="http://schemas.microsoft.com/office/drawing/2014/main" id="{4F77FE2C-25E9-4D2F-B428-3928921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5" name="chip-claude-text">
            <a:extLst xmlns:a="http://schemas.openxmlformats.org/drawingml/2006/main">
              <a:ext uri="{FF2B5EF4-FFF2-40B4-BE49-F238E27FC236}">
                <a16:creationId xmlns:a16="http://schemas.microsoft.com/office/drawing/2014/main" id="{36F25C0F-6130-4F8B-BFF1-10BC2B8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76" name="chip-scope">
            <a:extLst xmlns:a="http://schemas.openxmlformats.org/drawingml/2006/main">
              <a:ext uri="{FF2B5EF4-FFF2-40B4-BE49-F238E27FC236}">
                <a16:creationId xmlns:a16="http://schemas.microsoft.com/office/drawing/2014/main" id="{DC3C5096-282B-4D6F-A4AB-084379D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578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7" name="chip-scope-text">
            <a:extLst xmlns:a="http://schemas.openxmlformats.org/drawingml/2006/main">
              <a:ext uri="{FF2B5EF4-FFF2-40B4-BE49-F238E27FC236}">
                <a16:creationId xmlns:a16="http://schemas.microsoft.com/office/drawing/2014/main" id="{859AE61C-0444-4A59-ABC1-B3AA6D3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149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Tools / State / Trace / Evals</a:t>
            </a:r>
          </a:p>
        </p:txBody>
      </p:sp>
      <p:sp>
        <p:nvSpPr>
          <p:cNvPr id="7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7CA4CEE-129B-4810-B09A-7CD85A0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 · AI Agent Fieldbook</a:t>
            </a:r>
          </a:p>
        </p:txBody>
      </p:sp>
      <p:sp>
        <p:nvSpPr>
          <p:cNvPr id="79" name="node-docs">
            <a:extLst xmlns:a="http://schemas.openxmlformats.org/drawingml/2006/main">
              <a:ext uri="{FF2B5EF4-FFF2-40B4-BE49-F238E27FC236}">
                <a16:creationId xmlns:a16="http://schemas.microsoft.com/office/drawing/2014/main" id="{E89C7832-143E-4513-AF24-B08D7D2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0" name="node-docs-title">
            <a:extLst xmlns:a="http://schemas.openxmlformats.org/drawingml/2006/main">
              <a:ext uri="{FF2B5EF4-FFF2-40B4-BE49-F238E27FC236}">
                <a16:creationId xmlns:a16="http://schemas.microsoft.com/office/drawing/2014/main" id="{EB6C93A0-CB3E-44C1-8C7B-EB7FEC4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Docs</a:t>
            </a:r>
          </a:p>
        </p:txBody>
      </p:sp>
      <p:sp>
        <p:nvSpPr>
          <p:cNvPr id="81" name="node-docs-sub">
            <a:extLst xmlns:a="http://schemas.openxmlformats.org/drawingml/2006/main">
              <a:ext uri="{FF2B5EF4-FFF2-40B4-BE49-F238E27FC236}">
                <a16:creationId xmlns:a16="http://schemas.microsoft.com/office/drawing/2014/main" id="{F2487B30-9286-4842-BBCE-546FCCD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98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稳定主线</a:t>
            </a:r>
          </a:p>
        </p:txBody>
      </p:sp>
      <p:sp>
        <p:nvSpPr>
          <p:cNvPr id="82" name="node-notes">
            <a:extLst xmlns:a="http://schemas.openxmlformats.org/drawingml/2006/main">
              <a:ext uri="{FF2B5EF4-FFF2-40B4-BE49-F238E27FC236}">
                <a16:creationId xmlns:a16="http://schemas.microsoft.com/office/drawing/2014/main" id="{7B8817C1-4DF2-45C3-A5BB-48C666A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83" name="node-notes-title">
            <a:extLst xmlns:a="http://schemas.openxmlformats.org/drawingml/2006/main">
              <a:ext uri="{FF2B5EF4-FFF2-40B4-BE49-F238E27FC236}">
                <a16:creationId xmlns:a16="http://schemas.microsoft.com/office/drawing/2014/main" id="{D27E3995-5130-4B14-BF2B-D655B94E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52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Notes</a:t>
            </a:r>
          </a:p>
        </p:txBody>
      </p:sp>
      <p:sp>
        <p:nvSpPr>
          <p:cNvPr id="84" name="node-notes-sub">
            <a:extLst xmlns:a="http://schemas.openxmlformats.org/drawingml/2006/main">
              <a:ext uri="{FF2B5EF4-FFF2-40B4-BE49-F238E27FC236}">
                <a16:creationId xmlns:a16="http://schemas.microsoft.com/office/drawing/2014/main" id="{4329E96B-5B8D-4359-AA35-C7DD4347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99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资料消化</a:t>
            </a:r>
          </a:p>
        </p:txBody>
      </p:sp>
      <p:sp>
        <p:nvSpPr>
          <p:cNvPr id="85" name="node-research">
            <a:extLst xmlns:a="http://schemas.openxmlformats.org/drawingml/2006/main">
              <a:ext uri="{FF2B5EF4-FFF2-40B4-BE49-F238E27FC236}">
                <a16:creationId xmlns:a16="http://schemas.microsoft.com/office/drawing/2014/main" id="{FFFB2617-192E-4C9B-A59B-1BBB2413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38625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6" name="node-research-title">
            <a:extLst xmlns:a="http://schemas.openxmlformats.org/drawingml/2006/main">
              <a:ext uri="{FF2B5EF4-FFF2-40B4-BE49-F238E27FC236}">
                <a16:creationId xmlns:a16="http://schemas.microsoft.com/office/drawing/2014/main" id="{B194DCE8-85E7-443C-84FC-82DCA11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87" name="node-research-sub">
            <a:extLst xmlns:a="http://schemas.openxmlformats.org/drawingml/2006/main">
              <a:ext uri="{FF2B5EF4-FFF2-40B4-BE49-F238E27FC236}">
                <a16:creationId xmlns:a16="http://schemas.microsoft.com/office/drawing/2014/main" id="{C65AFB4B-D355-41F5-BB18-3F553621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577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案例拆解</a:t>
            </a:r>
          </a:p>
        </p:txBody>
      </p:sp>
      <p:sp>
        <p:nvSpPr>
          <p:cNvPr id="88" name="node-labs">
            <a:extLst xmlns:a="http://schemas.openxmlformats.org/drawingml/2006/main">
              <a:ext uri="{FF2B5EF4-FFF2-40B4-BE49-F238E27FC236}">
                <a16:creationId xmlns:a16="http://schemas.microsoft.com/office/drawing/2014/main" id="{CE1C8780-DF3E-4C82-9982-A5600F1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4350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89" name="node-labs-title">
            <a:extLst xmlns:a="http://schemas.openxmlformats.org/drawingml/2006/main">
              <a:ext uri="{FF2B5EF4-FFF2-40B4-BE49-F238E27FC236}">
                <a16:creationId xmlns:a16="http://schemas.microsoft.com/office/drawing/2014/main" id="{423805FA-4A68-4244-B7E2-287D561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054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Labs</a:t>
            </a:r>
          </a:p>
        </p:txBody>
      </p:sp>
      <p:sp>
        <p:nvSpPr>
          <p:cNvPr id="90" name="node-labs-sub">
            <a:extLst xmlns:a="http://schemas.openxmlformats.org/drawingml/2006/main">
              <a:ext uri="{FF2B5EF4-FFF2-40B4-BE49-F238E27FC236}">
                <a16:creationId xmlns:a16="http://schemas.microsoft.com/office/drawing/2014/main" id="{E9661E88-432D-4936-B5F9-52C23AF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626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91" name="map-line-1">
            <a:extLst xmlns:a="http://schemas.openxmlformats.org/drawingml/2006/main">
              <a:ext uri="{FF2B5EF4-FFF2-40B4-BE49-F238E27FC236}">
                <a16:creationId xmlns:a16="http://schemas.microsoft.com/office/drawing/2014/main" id="{F4311C02-6824-41B7-8201-6D912E5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241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2" name="map-arrow-1">
            <a:extLst xmlns:a="http://schemas.openxmlformats.org/drawingml/2006/main">
              <a:ext uri="{FF2B5EF4-FFF2-40B4-BE49-F238E27FC236}">
                <a16:creationId xmlns:a16="http://schemas.microsoft.com/office/drawing/2014/main" id="{C0B45A22-4B77-4247-855B-63F6E821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193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3" name="map-line-2">
            <a:extLst xmlns:a="http://schemas.openxmlformats.org/drawingml/2006/main">
              <a:ext uri="{FF2B5EF4-FFF2-40B4-BE49-F238E27FC236}">
                <a16:creationId xmlns:a16="http://schemas.microsoft.com/office/drawing/2014/main" id="{BF04E3E7-7E56-4BEA-A464-665B7B72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4" name="map-arrow-2">
            <a:extLst xmlns:a="http://schemas.openxmlformats.org/drawingml/2006/main">
              <a:ext uri="{FF2B5EF4-FFF2-40B4-BE49-F238E27FC236}">
                <a16:creationId xmlns:a16="http://schemas.microsoft.com/office/drawing/2014/main" id="{1B8DCF3B-F0E9-4677-8E73-A462B6F5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62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5" name="map-line-3">
            <a:extLst xmlns:a="http://schemas.openxmlformats.org/drawingml/2006/main">
              <a:ext uri="{FF2B5EF4-FFF2-40B4-BE49-F238E27FC236}">
                <a16:creationId xmlns:a16="http://schemas.microsoft.com/office/drawing/2014/main" id="{011FCB40-AE17-40D0-8C98-CCF426B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6" name="map-arrow-3">
            <a:extLst xmlns:a="http://schemas.openxmlformats.org/drawingml/2006/main">
              <a:ext uri="{FF2B5EF4-FFF2-40B4-BE49-F238E27FC236}">
                <a16:creationId xmlns:a16="http://schemas.microsoft.com/office/drawing/2014/main" id="{50BBD368-E0B6-457D-860A-AF2D548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67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7" name="map-line-4">
            <a:extLst xmlns:a="http://schemas.openxmlformats.org/drawingml/2006/main">
              <a:ext uri="{FF2B5EF4-FFF2-40B4-BE49-F238E27FC236}">
                <a16:creationId xmlns:a16="http://schemas.microsoft.com/office/drawing/2014/main" id="{26789445-EA32-4594-8487-E68DFFD9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720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8" name="map-arrow-4">
            <a:extLst xmlns:a="http://schemas.openxmlformats.org/drawingml/2006/main">
              <a:ext uri="{FF2B5EF4-FFF2-40B4-BE49-F238E27FC236}">
                <a16:creationId xmlns:a16="http://schemas.microsoft.com/office/drawing/2014/main" id="{90C3AAB8-6350-4530-B0DE-895AC73C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672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504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09D59DB-C7ED-4EF4-88D3-44577C7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ECEBEEF-2E26-4EC2-A07A-EEABB71D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01E7A7C-62EB-46AC-BC13-D807D56D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AC462D7-62C6-4BFE-9B9C-1F8C1EC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055F0D3-7189-449D-942F-0D40239C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07125BF-1D17-4D38-BA67-5216C590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5C6000A-7B10-4E11-9A7A-FD7B4BE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0276037-ACBD-454A-8BF2-C2C28E2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10AE18C-51F1-44DC-B848-F17247E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56B7CB4-2E93-47F5-8467-4BF659FC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B00EEDA-26E8-4B87-BB77-988A59F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AD2E619-AA6D-4967-8EF7-8A74E0A0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88DA6A9-9376-4633-BE1A-7C501119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0785C62-54DF-4F2A-B52D-C1A433C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EA8BE99-ABDF-4327-945B-C458828B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7B26FE1-3A4C-4385-BAC8-AC28F94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743F594-7C56-4B11-968D-55575D7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3451937-D815-45FF-91FE-CAD8D02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9BC6818-C46A-4231-A1E9-81D71819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EF84C57-E0B7-48D9-9A0B-6409E75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89875F3-6C88-4FA4-927D-FBCEA1A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B232128-C6AF-477C-BC95-9547C79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BA393CE-1B68-452B-830E-59817F0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CD77E16-B018-4CE6-AB2D-BA86961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7D55332-64AF-4DED-86DA-E794986C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32B3418-9F82-451F-9A06-EB263B8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CC2BDF1-9E3A-4373-98FE-62C0E72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17CDC87-E2D9-41EC-939C-AD60117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003A893-B051-4DAB-A7E0-7357C2F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CEBC3B5-425D-442B-884A-7F02A15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76A9A0B-E3BA-4BC5-A1D7-9EE2C0E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B8A42F6-7385-47B0-B267-1F1A5A07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0B43754-0A62-4085-98C6-29DF546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DF63AFA-8F44-45D5-AEDB-4F624B9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FC6C0EC-6ECC-4934-AB45-6C2435E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E986BA0-E3E3-4CE7-BC69-7BADB66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D46971A-C92A-4E8A-8DEE-54A01B9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58CC446-CDA3-4153-B6E1-C234D61F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042F5FC-69E3-4D0D-B32F-2683670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40DA413-C55A-4583-8D75-38D3C805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6C40D15-0DDE-4C23-B668-51966EA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BCB8F94-7BE6-4D31-98F9-1F17D339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6B9FF28-CAAA-453B-A587-36A9901D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2B33AAE-DF42-44FC-94CE-58595ED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68B9B50-44A4-44BB-8AB2-990998BE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F209217-36E3-4850-86AE-2A1811A0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8A0E843-0340-4DEE-B955-CC5716CF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717B3FB-C9F2-432C-A4C1-43B44EC2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1F5245A-5ED7-431B-94C3-3DC52EC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B961028-DD1C-42A6-B83C-0B62A55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88CF690-CC69-415F-A0CE-7F5E986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476F623-6BA1-4A9F-9E6D-6FC144E8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EA9A7C3-7438-4E64-B3BC-3F0DF8A8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46D2F16-6DF0-4189-9F05-5AAEC88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991FF2F-331A-42B8-B98C-02E3CA05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961B0CF-BD79-4B2C-B759-93B952D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418D2F6-019D-407B-B940-1F5D5A3F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C1500D7-EA37-495F-9C9E-E0CD757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AA88176-22B7-48C7-96C9-A698E1A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BD4004C-C2D0-4B4F-8A6D-E8975B14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072B9F9-7394-4297-8387-55B21F7A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6CF9FDC-1D4C-42E7-9EF5-B67579AB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E6D4F6B-1249-4B25-8DD9-02E0B90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A7A687A-32FB-4AAF-B501-4D90F9DE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9280D3C-C103-4876-B17E-AD9704B9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0B84FC6B-55F0-4ECA-B4CF-DC6E277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2914B169-86C7-4650-92A9-D49337E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7B5E23-4BDF-4358-A120-F5D692A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790540-B948-46F4-AB01-3AE805AC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学习最容易坏在三件事上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0EBDE7-4055-439B-A89F-587F8F6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难点不是会调模型，而是工具边界、状态、追踪评估和真实场景约束。</a:t>
            </a:r>
          </a:p>
        </p:txBody>
      </p:sp>
      <p:sp>
        <p:nvSpPr>
          <p:cNvPr id="71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8DC4BB8B-62D3-4857-92CF-63E8E58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problem-card-1-accent">
            <a:extLst xmlns:a="http://schemas.openxmlformats.org/drawingml/2006/main">
              <a:ext uri="{FF2B5EF4-FFF2-40B4-BE49-F238E27FC236}">
                <a16:creationId xmlns:a16="http://schemas.microsoft.com/office/drawing/2014/main" id="{0F8AD1AD-6932-42B3-B524-62359D62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73" name="problem-card-1-heading">
            <a:extLst xmlns:a="http://schemas.openxmlformats.org/drawingml/2006/main">
              <a:ext uri="{FF2B5EF4-FFF2-40B4-BE49-F238E27FC236}">
                <a16:creationId xmlns:a16="http://schemas.microsoft.com/office/drawing/2014/main" id="{2835B6EA-DE64-479A-80DB-7263F98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771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01 先学框架</a:t>
            </a:r>
          </a:p>
        </p:txBody>
      </p:sp>
      <p:sp>
        <p:nvSpPr>
          <p:cNvPr id="74" name="problem-card-1-body-0">
            <a:extLst xmlns:a="http://schemas.openxmlformats.org/drawingml/2006/main">
              <a:ext uri="{FF2B5EF4-FFF2-40B4-BE49-F238E27FC236}">
                <a16:creationId xmlns:a16="http://schemas.microsoft.com/office/drawing/2014/main" id="{90D834A5-5A0E-48F4-A7FB-6344D38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没理解 Responses / tool call / state</a:t>
            </a:r>
          </a:p>
        </p:txBody>
      </p:sp>
      <p:sp>
        <p:nvSpPr>
          <p:cNvPr id="75" name="problem-card-1-body-1">
            <a:extLst xmlns:a="http://schemas.openxmlformats.org/drawingml/2006/main">
              <a:ext uri="{FF2B5EF4-FFF2-40B4-BE49-F238E27FC236}">
                <a16:creationId xmlns:a16="http://schemas.microsoft.com/office/drawing/2014/main" id="{4D1394BF-E2D1-46EC-87D8-D838FDD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框架越多，心智越乱</a:t>
            </a:r>
          </a:p>
        </p:txBody>
      </p:sp>
      <p:sp>
        <p:nvSpPr>
          <p:cNvPr id="76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EE9AFD13-3064-4293-832F-A2A402A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problem-card-2-accent">
            <a:extLst xmlns:a="http://schemas.openxmlformats.org/drawingml/2006/main">
              <a:ext uri="{FF2B5EF4-FFF2-40B4-BE49-F238E27FC236}">
                <a16:creationId xmlns:a16="http://schemas.microsoft.com/office/drawing/2014/main" id="{3308DFBC-33FE-4AB5-B296-6E317F6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78" name="problem-card-2-heading">
            <a:extLst xmlns:a="http://schemas.openxmlformats.org/drawingml/2006/main">
              <a:ext uri="{FF2B5EF4-FFF2-40B4-BE49-F238E27FC236}">
                <a16:creationId xmlns:a16="http://schemas.microsoft.com/office/drawing/2014/main" id="{94675765-3CE1-460D-9FC7-F117248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71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02 过早多 Agent</a:t>
            </a:r>
          </a:p>
        </p:txBody>
      </p:sp>
      <p:sp>
        <p:nvSpPr>
          <p:cNvPr id="79" name="problem-card-2-body-0">
            <a:extLst xmlns:a="http://schemas.openxmlformats.org/drawingml/2006/main">
              <a:ext uri="{FF2B5EF4-FFF2-40B4-BE49-F238E27FC236}">
                <a16:creationId xmlns:a16="http://schemas.microsoft.com/office/drawing/2014/main" id="{7AC63137-34F0-4823-A8F6-64D11EB3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单 Agent 都没跑清楚</a:t>
            </a:r>
          </a:p>
        </p:txBody>
      </p:sp>
      <p:sp>
        <p:nvSpPr>
          <p:cNvPr id="80" name="problem-card-2-body-1">
            <a:extLst xmlns:a="http://schemas.openxmlformats.org/drawingml/2006/main">
              <a:ext uri="{FF2B5EF4-FFF2-40B4-BE49-F238E27FC236}">
                <a16:creationId xmlns:a16="http://schemas.microsoft.com/office/drawing/2014/main" id="{CF984EA8-6CFF-4CBB-B8C1-0989589D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38475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多 Agent 只会放大混乱</a:t>
            </a:r>
          </a:p>
        </p:txBody>
      </p:sp>
      <p:sp>
        <p:nvSpPr>
          <p:cNvPr id="81" name="problem-card-3">
            <a:extLst xmlns:a="http://schemas.openxmlformats.org/drawingml/2006/main">
              <a:ext uri="{FF2B5EF4-FFF2-40B4-BE49-F238E27FC236}">
                <a16:creationId xmlns:a16="http://schemas.microsoft.com/office/drawing/2014/main" id="{9F9C594F-FADE-4464-8D96-E2B7F75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190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problem-card-3-accent">
            <a:extLst xmlns:a="http://schemas.openxmlformats.org/drawingml/2006/main">
              <a:ext uri="{FF2B5EF4-FFF2-40B4-BE49-F238E27FC236}">
                <a16:creationId xmlns:a16="http://schemas.microsoft.com/office/drawing/2014/main" id="{C9E5C05C-AE2A-48C1-BEB1-2D866F9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83" name="problem-card-3-heading">
            <a:extLst xmlns:a="http://schemas.openxmlformats.org/drawingml/2006/main">
              <a:ext uri="{FF2B5EF4-FFF2-40B4-BE49-F238E27FC236}">
                <a16:creationId xmlns:a16="http://schemas.microsoft.com/office/drawing/2014/main" id="{E66741C6-4973-4595-83A9-97A725AE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2771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03 只收藏资料</a:t>
            </a:r>
          </a:p>
        </p:txBody>
      </p:sp>
      <p:sp>
        <p:nvSpPr>
          <p:cNvPr id="84" name="problem-card-3-body-0">
            <a:extLst xmlns:a="http://schemas.openxmlformats.org/drawingml/2006/main">
              <a:ext uri="{FF2B5EF4-FFF2-40B4-BE49-F238E27FC236}">
                <a16:creationId xmlns:a16="http://schemas.microsoft.com/office/drawing/2014/main" id="{E7983604-F69F-4658-AEE5-5401B2F8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没有笔记、实验、复盘</a:t>
            </a:r>
          </a:p>
        </p:txBody>
      </p:sp>
      <p:sp>
        <p:nvSpPr>
          <p:cNvPr id="85" name="problem-card-3-body-1">
            <a:extLst xmlns:a="http://schemas.openxmlformats.org/drawingml/2006/main">
              <a:ext uri="{FF2B5EF4-FFF2-40B4-BE49-F238E27FC236}">
                <a16:creationId xmlns:a16="http://schemas.microsoft.com/office/drawing/2014/main" id="{5374F065-343C-464D-BAE4-F73304C3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38475"/>
            <a:ext cx="2771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最后只剩链接和截图</a:t>
            </a:r>
          </a:p>
        </p:txBody>
      </p:sp>
      <p:sp>
        <p:nvSpPr>
          <p:cNvPr id="86" name="fix-path-title">
            <a:extLst xmlns:a="http://schemas.openxmlformats.org/drawingml/2006/main">
              <a:ext uri="{FF2B5EF4-FFF2-40B4-BE49-F238E27FC236}">
                <a16:creationId xmlns:a16="http://schemas.microsoft.com/office/drawing/2014/main" id="{6627EDF8-4C17-49BE-A4DD-E78414E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Fieldbook 的修正路径</a:t>
            </a:r>
          </a:p>
        </p:txBody>
      </p:sp>
      <p:sp>
        <p:nvSpPr>
          <p:cNvPr id="87" name="fix-step-1">
            <a:extLst xmlns:a="http://schemas.openxmlformats.org/drawingml/2006/main">
              <a:ext uri="{FF2B5EF4-FFF2-40B4-BE49-F238E27FC236}">
                <a16:creationId xmlns:a16="http://schemas.microsoft.com/office/drawing/2014/main" id="{4630F5DE-369C-4D78-A40A-0E510FA2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fix-step-1-text">
            <a:extLst xmlns:a="http://schemas.openxmlformats.org/drawingml/2006/main">
              <a:ext uri="{FF2B5EF4-FFF2-40B4-BE49-F238E27FC236}">
                <a16:creationId xmlns:a16="http://schemas.microsoft.com/office/drawing/2014/main" id="{87D65955-A017-44EA-B346-BE4F835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资料输入</a:t>
            </a:r>
          </a:p>
        </p:txBody>
      </p:sp>
      <p:sp>
        <p:nvSpPr>
          <p:cNvPr id="89" name="fix-arrow-1-line">
            <a:extLst xmlns:a="http://schemas.openxmlformats.org/drawingml/2006/main">
              <a:ext uri="{FF2B5EF4-FFF2-40B4-BE49-F238E27FC236}">
                <a16:creationId xmlns:a16="http://schemas.microsoft.com/office/drawing/2014/main" id="{C31F85D5-E41E-4AC1-B747-F7831D4C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97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0" name="fix-arrow-1-head">
            <a:extLst xmlns:a="http://schemas.openxmlformats.org/drawingml/2006/main">
              <a:ext uri="{FF2B5EF4-FFF2-40B4-BE49-F238E27FC236}">
                <a16:creationId xmlns:a16="http://schemas.microsoft.com/office/drawing/2014/main" id="{983202E8-C7E2-4CC3-B63A-46A2B3F0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1" name="fix-step-2">
            <a:extLst xmlns:a="http://schemas.openxmlformats.org/drawingml/2006/main">
              <a:ext uri="{FF2B5EF4-FFF2-40B4-BE49-F238E27FC236}">
                <a16:creationId xmlns:a16="http://schemas.microsoft.com/office/drawing/2014/main" id="{93BC0980-65C6-404A-A8EE-C0CD260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19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2" name="fix-step-2-text">
            <a:extLst xmlns:a="http://schemas.openxmlformats.org/drawingml/2006/main">
              <a:ext uri="{FF2B5EF4-FFF2-40B4-BE49-F238E27FC236}">
                <a16:creationId xmlns:a16="http://schemas.microsoft.com/office/drawing/2014/main" id="{554FC310-E4DE-44A2-B624-71B4170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消化笔记</a:t>
            </a:r>
          </a:p>
        </p:txBody>
      </p:sp>
      <p:sp>
        <p:nvSpPr>
          <p:cNvPr id="93" name="fix-arrow-2-line">
            <a:extLst xmlns:a="http://schemas.openxmlformats.org/drawingml/2006/main">
              <a:ext uri="{FF2B5EF4-FFF2-40B4-BE49-F238E27FC236}">
                <a16:creationId xmlns:a16="http://schemas.microsoft.com/office/drawing/2014/main" id="{47CB2884-2E46-4946-99A1-0D75A93B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197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4" name="fix-arrow-2-head">
            <a:extLst xmlns:a="http://schemas.openxmlformats.org/drawingml/2006/main">
              <a:ext uri="{FF2B5EF4-FFF2-40B4-BE49-F238E27FC236}">
                <a16:creationId xmlns:a16="http://schemas.microsoft.com/office/drawing/2014/main" id="{7B2D96C9-D081-4956-BE65-E21222B0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334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5" name="fix-step-3">
            <a:extLst xmlns:a="http://schemas.openxmlformats.org/drawingml/2006/main">
              <a:ext uri="{FF2B5EF4-FFF2-40B4-BE49-F238E27FC236}">
                <a16:creationId xmlns:a16="http://schemas.microsoft.com/office/drawing/2014/main" id="{7BD192BD-EB02-41FB-91E4-A43C6BF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6" name="fix-step-3-text">
            <a:extLst xmlns:a="http://schemas.openxmlformats.org/drawingml/2006/main">
              <a:ext uri="{FF2B5EF4-FFF2-40B4-BE49-F238E27FC236}">
                <a16:creationId xmlns:a16="http://schemas.microsoft.com/office/drawing/2014/main" id="{F2E4E6AC-A296-4FE7-8788-26932DC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97" name="fix-arrow-3-line">
            <a:extLst xmlns:a="http://schemas.openxmlformats.org/drawingml/2006/main">
              <a:ext uri="{FF2B5EF4-FFF2-40B4-BE49-F238E27FC236}">
                <a16:creationId xmlns:a16="http://schemas.microsoft.com/office/drawing/2014/main" id="{48403F26-8FA6-46D5-BEEC-CCAFBC0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97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8" name="fix-arrow-3-head">
            <a:extLst xmlns:a="http://schemas.openxmlformats.org/drawingml/2006/main">
              <a:ext uri="{FF2B5EF4-FFF2-40B4-BE49-F238E27FC236}">
                <a16:creationId xmlns:a16="http://schemas.microsoft.com/office/drawing/2014/main" id="{6C14E955-F16F-4B33-943E-1998EF1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9" name="fix-step-4">
            <a:extLst xmlns:a="http://schemas.openxmlformats.org/drawingml/2006/main">
              <a:ext uri="{FF2B5EF4-FFF2-40B4-BE49-F238E27FC236}">
                <a16:creationId xmlns:a16="http://schemas.microsoft.com/office/drawing/2014/main" id="{09CDF5D2-26C1-4467-81CC-EAA898F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19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00" name="fix-step-4-text">
            <a:extLst xmlns:a="http://schemas.openxmlformats.org/drawingml/2006/main">
              <a:ext uri="{FF2B5EF4-FFF2-40B4-BE49-F238E27FC236}">
                <a16:creationId xmlns:a16="http://schemas.microsoft.com/office/drawing/2014/main" id="{217B60C2-BAFB-4555-8079-DE17CB5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81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最小实验</a:t>
            </a:r>
          </a:p>
        </p:txBody>
      </p:sp>
      <p:sp>
        <p:nvSpPr>
          <p:cNvPr id="101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CE0003B2-0F20-4806-9ABD-AC36BFC1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A52FE48-6B24-42D6-B8A8-95060B3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59508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272A6A-557A-4E82-88BE-B28E6088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0757B9C-1A15-4895-9A8F-80F17211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05E235D-27B9-42D0-98F5-ABD89DA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5DCAF55-FF07-42CF-BD25-E4CDE7B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23D8F48-7CC8-4C62-9F51-2066544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CB58F73-D69B-4CAA-B56E-07448ECB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97D0D1A-AD50-4028-A84B-F0E7E69E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F33890C-6B1E-4FF7-A81C-4E7CF43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B993654-D72D-414A-8AC3-C04B5E3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4649AA1-D0AF-4B08-AB25-CF093B5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F3F595A-C366-4D5D-B7DD-05A4025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2B02ECF-E068-4A9F-9968-E0F31E54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3FEA18F-F478-49CD-9668-083EF85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C16ED13-5AB1-4846-A253-EB1FA05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0AAA9E4-C1CC-42D7-8073-407937CF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CCBB15D-B521-4E95-B204-6B83AFA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EEB4BD8-5062-488B-B919-4F80E04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BE646FA-63CF-4187-A600-AA4B613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2849070-2DB7-4E23-BCF4-FF4E053D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F0771C4-86F6-489B-86FB-C4F3622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70AF560-6B3D-4D03-9FC2-909A1814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AE145BD-4083-43AF-9806-773625B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156A003-4A02-4B13-A90C-3B6636A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336320E-9BCF-490C-855A-7E3A3EC1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12C5239-018F-47A5-848F-CA47DE0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D4CD74B-C088-4239-BA6D-5E70E21D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9C992C7-935D-48B1-A427-5904E6C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C440EAA-5346-4D8A-92C4-8B9720A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AC228F0-1B8F-479E-ADE6-87A17C08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9549591-BE88-4CB5-B92F-FAC8878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2DDBF4E-CD18-4422-B4C7-DFD8BAC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DD37A82-F6ED-4FD8-A8FB-2EFE0C68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E72E8F8-ABE7-498F-B735-CCBEE37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2CC65E9-1530-48EA-83C9-40E00D8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9F922AB-A320-4D54-8F22-DC98FD67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926905F-4C42-4E94-9626-7C8E24D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309F281-86E1-4D75-B4C8-D33A004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70A1FA1-5C26-4438-B1D2-F987B86D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CEECADC-DF4F-41B9-85C3-DC2CA8C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B6497A8-CC90-424A-93E8-4CBD7A7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F80C495-FD7D-4A1D-AF53-1FD9BC3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102BC82-4EC1-4766-8F36-6A478ED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F5C528E-91BA-4582-9512-9A323612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0CA1397-0000-4CE6-BD4C-3E9FB48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1ACD0EC-728D-4ED3-A959-18A0261D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B2D277E-B71D-434B-BB72-A292355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A473DD2-859F-4D95-9A94-1093616B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2E95A83-2B31-413C-A2AE-09110A8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E47633B-8EB1-405A-9C1F-4676924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D0995FE-91AE-4858-A1F3-ED969DDB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5EA5712-67A1-423A-82F7-CA41746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75D1A79-9334-4D1C-86D7-5E8F18C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19F2573-F1EC-4AD7-BC9E-2065C2A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4E5C0E1-F4B0-4F86-B962-A87E285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E9157AB-259F-4023-A157-5CA60F15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1D3D58B-EF6C-44BD-B08A-5C3B5F7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52EC699-132C-4757-BB02-A0B22AC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364623B-3296-4A53-844A-D975A67D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B05C331-5285-4AC7-8C65-6E19FD08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4571970-5137-46DF-A3DA-E64597C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92C3822-CE32-4ADC-B21C-B841B3CA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74CCB28-6107-4AC7-802E-34160C41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19CCE2B-D895-43A0-A242-397D66F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A48F674-115D-4155-9E72-69D7C0C0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A40DEA1-AC2A-48CB-9C46-51A38A2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E091B456-F29E-4297-8D15-DAF63B8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11A1E78C-6A9B-41E1-BB27-6AC64666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094376-AA09-413F-AC18-CC7CD73F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F5CCB4-8AB4-40AB-A15F-01230052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三阶段路线：先学原语，再做对比，最后进真实系统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F297DE-D231-4530-B286-DD726F8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顺序不能乱。先掌握一套官方体系，再横向比较，再进入真实约束。</a:t>
            </a:r>
          </a:p>
        </p:txBody>
      </p:sp>
      <p:sp>
        <p:nvSpPr>
          <p:cNvPr id="71" name="phase-1">
            <a:extLst xmlns:a="http://schemas.openxmlformats.org/drawingml/2006/main">
              <a:ext uri="{FF2B5EF4-FFF2-40B4-BE49-F238E27FC236}">
                <a16:creationId xmlns:a16="http://schemas.microsoft.com/office/drawing/2014/main" id="{139DF55B-9635-4EAD-86D6-7625211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7432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2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65CF52F7-875A-4281-A5DD-4A20F33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</p:txBody>
      </p:sp>
      <p:sp>
        <p:nvSpPr>
          <p:cNvPr id="73" name="phase-1-heading">
            <a:extLst xmlns:a="http://schemas.openxmlformats.org/drawingml/2006/main">
              <a:ext uri="{FF2B5EF4-FFF2-40B4-BE49-F238E27FC236}">
                <a16:creationId xmlns:a16="http://schemas.microsoft.com/office/drawing/2014/main" id="{6E1E0B72-9E12-4789-915B-C9F4B630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OpenAI 官方栈</a:t>
            </a:r>
          </a:p>
        </p:txBody>
      </p:sp>
      <p:sp>
        <p:nvSpPr>
          <p:cNvPr id="74" name="phase-1-number-bg">
            <a:extLst xmlns:a="http://schemas.openxmlformats.org/drawingml/2006/main">
              <a:ext uri="{FF2B5EF4-FFF2-40B4-BE49-F238E27FC236}">
                <a16:creationId xmlns:a16="http://schemas.microsoft.com/office/drawing/2014/main" id="{2848A54D-2751-4564-ADB7-51711B5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623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5" name="phase-1-number">
            <a:extLst xmlns:a="http://schemas.openxmlformats.org/drawingml/2006/main">
              <a:ext uri="{FF2B5EF4-FFF2-40B4-BE49-F238E27FC236}">
                <a16:creationId xmlns:a16="http://schemas.microsoft.com/office/drawing/2014/main" id="{735B13AB-9AF1-4CED-A395-FD4D2A5B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67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6" name="phase-1-items-0">
            <a:extLst xmlns:a="http://schemas.openxmlformats.org/drawingml/2006/main">
              <a:ext uri="{FF2B5EF4-FFF2-40B4-BE49-F238E27FC236}">
                <a16:creationId xmlns:a16="http://schemas.microsoft.com/office/drawing/2014/main" id="{6DAE7C48-C488-49C8-BBCA-48B3707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Responses API</a:t>
            </a:r>
          </a:p>
        </p:txBody>
      </p:sp>
      <p:sp>
        <p:nvSpPr>
          <p:cNvPr id="77" name="phase-1-items-1">
            <a:extLst xmlns:a="http://schemas.openxmlformats.org/drawingml/2006/main">
              <a:ext uri="{FF2B5EF4-FFF2-40B4-BE49-F238E27FC236}">
                <a16:creationId xmlns:a16="http://schemas.microsoft.com/office/drawing/2014/main" id="{C423C628-08EC-48F5-84DB-64DE93A0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81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Agents SDK</a:t>
            </a:r>
          </a:p>
        </p:txBody>
      </p:sp>
      <p:sp>
        <p:nvSpPr>
          <p:cNvPr id="78" name="phase-1-items-2">
            <a:extLst xmlns:a="http://schemas.openxmlformats.org/drawingml/2006/main">
              <a:ext uri="{FF2B5EF4-FFF2-40B4-BE49-F238E27FC236}">
                <a16:creationId xmlns:a16="http://schemas.microsoft.com/office/drawing/2014/main" id="{55C7ECD4-2A3D-4F74-B67C-4B4F166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79" name="phase-1-items-3">
            <a:extLst xmlns:a="http://schemas.openxmlformats.org/drawingml/2006/main">
              <a:ext uri="{FF2B5EF4-FFF2-40B4-BE49-F238E27FC236}">
                <a16:creationId xmlns:a16="http://schemas.microsoft.com/office/drawing/2014/main" id="{78E4F2E3-9F7B-425F-8651-D2D93708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Evals</a:t>
            </a:r>
          </a:p>
        </p:txBody>
      </p:sp>
      <p:sp>
        <p:nvSpPr>
          <p:cNvPr id="80" name="phase-arrow-1-line">
            <a:extLst xmlns:a="http://schemas.openxmlformats.org/drawingml/2006/main">
              <a:ext uri="{FF2B5EF4-FFF2-40B4-BE49-F238E27FC236}">
                <a16:creationId xmlns:a16="http://schemas.microsoft.com/office/drawing/2014/main" id="{77CF5440-7812-4A75-BE3E-399AF57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33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1" name="phase-arrow-1-head">
            <a:extLst xmlns:a="http://schemas.openxmlformats.org/drawingml/2006/main">
              <a:ext uri="{FF2B5EF4-FFF2-40B4-BE49-F238E27FC236}">
                <a16:creationId xmlns:a16="http://schemas.microsoft.com/office/drawing/2014/main" id="{8CC0FE99-20BB-48EC-B9EB-4044579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82" name="phase-2">
            <a:extLst xmlns:a="http://schemas.openxmlformats.org/drawingml/2006/main">
              <a:ext uri="{FF2B5EF4-FFF2-40B4-BE49-F238E27FC236}">
                <a16:creationId xmlns:a16="http://schemas.microsoft.com/office/drawing/2014/main" id="{9173F5CE-7467-4897-A562-F54FE0E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27432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83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CE93AD3E-7F4D-4CD7-8B6B-4F78815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</p:txBody>
      </p:sp>
      <p:sp>
        <p:nvSpPr>
          <p:cNvPr id="84" name="phase-2-heading">
            <a:extLst xmlns:a="http://schemas.openxmlformats.org/drawingml/2006/main">
              <a:ext uri="{FF2B5EF4-FFF2-40B4-BE49-F238E27FC236}">
                <a16:creationId xmlns:a16="http://schemas.microsoft.com/office/drawing/2014/main" id="{9CDFFDD9-E89B-4CBB-8A24-CB1421A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Claude 横向对比</a:t>
            </a:r>
          </a:p>
        </p:txBody>
      </p:sp>
      <p:sp>
        <p:nvSpPr>
          <p:cNvPr id="85" name="phase-2-number-bg">
            <a:extLst xmlns:a="http://schemas.openxmlformats.org/drawingml/2006/main">
              <a:ext uri="{FF2B5EF4-FFF2-40B4-BE49-F238E27FC236}">
                <a16:creationId xmlns:a16="http://schemas.microsoft.com/office/drawing/2014/main" id="{15F47316-4620-44CD-895B-E2234914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623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86" name="phase-2-number">
            <a:extLst xmlns:a="http://schemas.openxmlformats.org/drawingml/2006/main">
              <a:ext uri="{FF2B5EF4-FFF2-40B4-BE49-F238E27FC236}">
                <a16:creationId xmlns:a16="http://schemas.microsoft.com/office/drawing/2014/main" id="{8831758B-AC3D-4597-8D2E-9B6B9228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67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7" name="phase-2-items-0">
            <a:extLst xmlns:a="http://schemas.openxmlformats.org/drawingml/2006/main">
              <a:ext uri="{FF2B5EF4-FFF2-40B4-BE49-F238E27FC236}">
                <a16:creationId xmlns:a16="http://schemas.microsoft.com/office/drawing/2014/main" id="{CDB49981-0D9C-4D67-9957-35BEB2C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Messages API</a:t>
            </a:r>
          </a:p>
        </p:txBody>
      </p:sp>
      <p:sp>
        <p:nvSpPr>
          <p:cNvPr id="88" name="phase-2-items-1">
            <a:extLst xmlns:a="http://schemas.openxmlformats.org/drawingml/2006/main">
              <a:ext uri="{FF2B5EF4-FFF2-40B4-BE49-F238E27FC236}">
                <a16:creationId xmlns:a16="http://schemas.microsoft.com/office/drawing/2014/main" id="{0E6A0C5B-DB0E-4156-A4C8-02CDC8C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Tool use</a:t>
            </a:r>
          </a:p>
        </p:txBody>
      </p:sp>
      <p:sp>
        <p:nvSpPr>
          <p:cNvPr id="89" name="phase-2-items-2">
            <a:extLst xmlns:a="http://schemas.openxmlformats.org/drawingml/2006/main">
              <a:ext uri="{FF2B5EF4-FFF2-40B4-BE49-F238E27FC236}">
                <a16:creationId xmlns:a16="http://schemas.microsoft.com/office/drawing/2014/main" id="{B2C829CF-0D97-4C7C-8ED1-FE06F9E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1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90" name="phase-2-items-3">
            <a:extLst xmlns:a="http://schemas.openxmlformats.org/drawingml/2006/main">
              <a:ext uri="{FF2B5EF4-FFF2-40B4-BE49-F238E27FC236}">
                <a16:creationId xmlns:a16="http://schemas.microsoft.com/office/drawing/2014/main" id="{C1827ABB-5193-4D67-9CF1-8D961CA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Computer use</a:t>
            </a:r>
          </a:p>
        </p:txBody>
      </p:sp>
      <p:sp>
        <p:nvSpPr>
          <p:cNvPr id="91" name="phase-arrow-2-line">
            <a:extLst xmlns:a="http://schemas.openxmlformats.org/drawingml/2006/main">
              <a:ext uri="{FF2B5EF4-FFF2-40B4-BE49-F238E27FC236}">
                <a16:creationId xmlns:a16="http://schemas.microsoft.com/office/drawing/2014/main" id="{D4AEABAB-7022-416C-8A91-01678B81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2" name="phase-arrow-2-head">
            <a:extLst xmlns:a="http://schemas.openxmlformats.org/drawingml/2006/main">
              <a:ext uri="{FF2B5EF4-FFF2-40B4-BE49-F238E27FC236}">
                <a16:creationId xmlns:a16="http://schemas.microsoft.com/office/drawing/2014/main" id="{8993D060-9603-457F-A8A4-D1AD799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4807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3" name="phase-3">
            <a:extLst xmlns:a="http://schemas.openxmlformats.org/drawingml/2006/main">
              <a:ext uri="{FF2B5EF4-FFF2-40B4-BE49-F238E27FC236}">
                <a16:creationId xmlns:a16="http://schemas.microsoft.com/office/drawing/2014/main" id="{25E452AC-9C2F-4FC1-9F7D-8F6B5BE5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7432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94" name="phase-3-label">
            <a:extLst xmlns:a="http://schemas.openxmlformats.org/drawingml/2006/main">
              <a:ext uri="{FF2B5EF4-FFF2-40B4-BE49-F238E27FC236}">
                <a16:creationId xmlns:a16="http://schemas.microsoft.com/office/drawing/2014/main" id="{67C08F13-7342-4AD1-9AD4-844003C6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</p:txBody>
      </p:sp>
      <p:sp>
        <p:nvSpPr>
          <p:cNvPr id="95" name="phase-3-heading">
            <a:extLst xmlns:a="http://schemas.openxmlformats.org/drawingml/2006/main">
              <a:ext uri="{FF2B5EF4-FFF2-40B4-BE49-F238E27FC236}">
                <a16:creationId xmlns:a16="http://schemas.microsoft.com/office/drawing/2014/main" id="{C0FD1D81-CF17-460E-9D9C-68D596FE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真实系统拆解</a:t>
            </a:r>
          </a:p>
        </p:txBody>
      </p:sp>
      <p:sp>
        <p:nvSpPr>
          <p:cNvPr id="96" name="phase-3-number-bg">
            <a:extLst xmlns:a="http://schemas.openxmlformats.org/drawingml/2006/main">
              <a:ext uri="{FF2B5EF4-FFF2-40B4-BE49-F238E27FC236}">
                <a16:creationId xmlns:a16="http://schemas.microsoft.com/office/drawing/2014/main" id="{302B63AB-8C74-4C06-A7AE-706EBAB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623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97" name="phase-3-number">
            <a:extLst xmlns:a="http://schemas.openxmlformats.org/drawingml/2006/main">
              <a:ext uri="{FF2B5EF4-FFF2-40B4-BE49-F238E27FC236}">
                <a16:creationId xmlns:a16="http://schemas.microsoft.com/office/drawing/2014/main" id="{D4360573-611C-4977-9754-276DB979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67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8" name="phase-3-items-0">
            <a:extLst xmlns:a="http://schemas.openxmlformats.org/drawingml/2006/main">
              <a:ext uri="{FF2B5EF4-FFF2-40B4-BE49-F238E27FC236}">
                <a16:creationId xmlns:a16="http://schemas.microsoft.com/office/drawing/2014/main" id="{26E53303-3D4E-4364-B2C1-D35A0003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场景调研</a:t>
            </a:r>
          </a:p>
        </p:txBody>
      </p:sp>
      <p:sp>
        <p:nvSpPr>
          <p:cNvPr id="99" name="phase-3-items-1">
            <a:extLst xmlns:a="http://schemas.openxmlformats.org/drawingml/2006/main">
              <a:ext uri="{FF2B5EF4-FFF2-40B4-BE49-F238E27FC236}">
                <a16:creationId xmlns:a16="http://schemas.microsoft.com/office/drawing/2014/main" id="{4FDA7AAB-8A39-4D01-A2BB-F4FBC1A3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81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开源项目</a:t>
            </a:r>
          </a:p>
        </p:txBody>
      </p:sp>
      <p:sp>
        <p:nvSpPr>
          <p:cNvPr id="100" name="phase-3-items-2">
            <a:extLst xmlns:a="http://schemas.openxmlformats.org/drawingml/2006/main">
              <a:ext uri="{FF2B5EF4-FFF2-40B4-BE49-F238E27FC236}">
                <a16:creationId xmlns:a16="http://schemas.microsoft.com/office/drawing/2014/main" id="{2CFFD2CF-0F74-4314-A7C8-B5B4290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91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最小复刻</a:t>
            </a:r>
          </a:p>
        </p:txBody>
      </p:sp>
      <p:sp>
        <p:nvSpPr>
          <p:cNvPr id="101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2C6E192B-9B76-44A4-8AF3-796FA1E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默认节奏：10 到 12 周，可按时间压缩或拉长；但主线研究不要跳阶段。</a:t>
            </a:r>
          </a:p>
        </p:txBody>
      </p:sp>
      <p:sp>
        <p:nvSpPr>
          <p:cNvPr id="102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CE8BB760-DBBB-4D4B-A010-A9ABD19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670A7CC-72C7-4ED7-8876-2EBD952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34209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2B073E-5BA9-452E-8748-E0706522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C4A7371-E3D7-44FE-8115-B89F973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A61C6C9-5381-4EB1-829E-06B9F5B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635B767-3D95-42A3-B162-50E1F69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CF23666-1F84-40D4-934A-BB366C42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8A27E88-B4FB-4C6B-931A-799AC9A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9FB61B1-7E90-4FB3-8EA5-CD9D551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14F5456-7358-4482-A294-207E3AD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BE8F57D-29D7-4B2C-94E5-58AB65A4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7CFA6B6-65A4-4AB3-B156-EC83F0C0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9BFE011-21F3-48FF-9593-CD29733C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CD80C14-CCB0-40E1-B9F3-4AFE73B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8760FC0-FB51-422C-88A7-A1BAB80E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93915EF-569D-4484-BAD7-5F83F752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628C417-80D6-4290-A5F4-6F16578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9ABBF2D-E0E1-4DA7-A5A7-4AE535B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46A65D5-818E-4CD9-B0D6-B4F1CC2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1855CAA-8525-457B-9A9F-C67EA36D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5B682F2-919B-49F7-98FF-CB14016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EB79D67-6DD5-4F69-BE24-B9EDDE8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C47F59E-F678-4970-98F6-065D65B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B083B67-61AC-42BA-A0B3-225DB90A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B63961D-DD86-4150-88CA-9D0F06FB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7A381A1-9FAC-4C9E-977F-EB22B29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7FF5B4C-4B2B-49C0-8DBC-0B020C4E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18E915B-1DEC-414F-8A56-EF75089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C7A82D7-B33E-4025-870B-E162BB2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EBA6D60-30F2-4DAE-8AB1-00D02B2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6C30787-B6FF-4588-961B-41E5ACC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25DEDCA-C8A0-4177-AFC2-0698BB0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1911681-706C-401C-893E-0F3C7DC8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23301FB-69F3-4208-89CD-5D9862A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021AF6C-9400-4A71-B751-A53A14FC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D9DBFAE-F82E-4B6F-8308-2BA7BB9A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04FB844-13D8-4F51-9B51-F84D12D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A016D15-3BF4-4899-83B5-B1D36A03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46075A4-5BC3-42DB-979D-60F5DF3F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A20AE05-2EB2-454F-9128-310EC78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08838E1-12B9-42D4-9D6B-5762AC6D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CFC058E-B3B8-4BCB-9784-31620FD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4B452AB-A1F7-4577-8501-B7B3799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D8CB36E-6BAC-4957-A3B0-1848BA2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EFE83E7-20B0-48D4-9370-B77F7CD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A74022C-0391-4C34-B375-BAD369A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A1AF0A8-2581-4ACB-A66F-DFFFE33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7D134FA-A05D-4242-A6AD-C3182B6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25DA5999-00AD-493E-A64A-1A723856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C7A64A3-AB28-43FB-AA0D-427B0FBB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B3D1955-195B-4AC7-8606-4434205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0EABDE0-994E-44AB-B1CB-80303246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843444B-7295-41E5-AFC0-54A639F1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CF16C71-5EFA-4428-B62B-299FE49A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1B70ABD-C495-4060-AAD1-8DD05E5D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05F6609-EF68-4CF0-B618-21111EF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44B43A8-B6BD-4626-83E9-9200689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DC398DC-7514-40B3-9323-7B9CA22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AE31A39-8085-4278-9D4D-BCA8472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44180FE-CA6C-43EC-9626-A644BF6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2C55F66-3B32-4F25-B0F2-8BA69BCA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E35ED4A-20BC-4394-B96F-B22FF452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18F9381-28DC-4D5C-A0C3-CAD33ABC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876AA3E-16C4-4F3E-91DC-0729460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7BBE244-CD8D-496B-87C8-EFFC25B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B8767AC-7880-4CCA-94F7-683DDBA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091E0B6-F0D8-4948-851D-C3DF4E7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069EB136-4946-443E-84F6-79523B9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F532AAF7-8C78-4876-9DFF-A92FD79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E247B1-DD8C-4707-90A8-6AAA571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STACK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21756D-DADA-4C3F-89AF-F43CF7F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1：先把 OpenAI 官方原语吃透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D6AFCA-8509-49AF-B1EA-7A6D9467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新项目不应该从旧 Chat Completions 心智开始。</a:t>
            </a:r>
          </a:p>
        </p:txBody>
      </p:sp>
      <p:sp>
        <p:nvSpPr>
          <p:cNvPr id="71" name="stack-layer-1">
            <a:extLst xmlns:a="http://schemas.openxmlformats.org/drawingml/2006/main">
              <a:ext uri="{FF2B5EF4-FFF2-40B4-BE49-F238E27FC236}">
                <a16:creationId xmlns:a16="http://schemas.microsoft.com/office/drawing/2014/main" id="{F5D5E1E0-AC40-4C63-866C-55ED1B79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stack-layer-1-title">
            <a:extLst xmlns:a="http://schemas.openxmlformats.org/drawingml/2006/main">
              <a:ext uri="{FF2B5EF4-FFF2-40B4-BE49-F238E27FC236}">
                <a16:creationId xmlns:a16="http://schemas.microsoft.com/office/drawing/2014/main" id="{762BED42-AFB7-4D3E-A26A-DB6298B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88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用户请求</a:t>
            </a:r>
          </a:p>
        </p:txBody>
      </p:sp>
      <p:sp>
        <p:nvSpPr>
          <p:cNvPr id="73" name="stack-layer-1-desc">
            <a:extLst xmlns:a="http://schemas.openxmlformats.org/drawingml/2006/main">
              <a:ext uri="{FF2B5EF4-FFF2-40B4-BE49-F238E27FC236}">
                <a16:creationId xmlns:a16="http://schemas.microsoft.com/office/drawing/2014/main" id="{733A1953-5505-4695-9F21-AC80ABFC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问题、任务、上下文</a:t>
            </a:r>
          </a:p>
        </p:txBody>
      </p:sp>
      <p:sp>
        <p:nvSpPr>
          <p:cNvPr id="74" name="stack-arrow-1">
            <a:extLst xmlns:a="http://schemas.openxmlformats.org/drawingml/2006/main">
              <a:ext uri="{FF2B5EF4-FFF2-40B4-BE49-F238E27FC236}">
                <a16:creationId xmlns:a16="http://schemas.microsoft.com/office/drawing/2014/main" id="{FC486053-FDCB-4EDA-9124-2F92618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5" name="stack-layer-2">
            <a:extLst xmlns:a="http://schemas.openxmlformats.org/drawingml/2006/main">
              <a:ext uri="{FF2B5EF4-FFF2-40B4-BE49-F238E27FC236}">
                <a16:creationId xmlns:a16="http://schemas.microsoft.com/office/drawing/2014/main" id="{D16BBB0A-55DC-4516-A524-86007FE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stack-layer-2-title">
            <a:extLst xmlns:a="http://schemas.openxmlformats.org/drawingml/2006/main">
              <a:ext uri="{FF2B5EF4-FFF2-40B4-BE49-F238E27FC236}">
                <a16:creationId xmlns:a16="http://schemas.microsoft.com/office/drawing/2014/main" id="{A0E08BBE-599B-4E9C-ADE1-37819188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76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77" name="stack-layer-2-desc">
            <a:extLst xmlns:a="http://schemas.openxmlformats.org/drawingml/2006/main">
              <a:ext uri="{FF2B5EF4-FFF2-40B4-BE49-F238E27FC236}">
                <a16:creationId xmlns:a16="http://schemas.microsoft.com/office/drawing/2014/main" id="{6C4A0AD0-9105-4E73-92B0-A151394A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CLI / Web App / Workflow</a:t>
            </a:r>
          </a:p>
        </p:txBody>
      </p:sp>
      <p:sp>
        <p:nvSpPr>
          <p:cNvPr id="78" name="stack-arrow-2">
            <a:extLst xmlns:a="http://schemas.openxmlformats.org/drawingml/2006/main">
              <a:ext uri="{FF2B5EF4-FFF2-40B4-BE49-F238E27FC236}">
                <a16:creationId xmlns:a16="http://schemas.microsoft.com/office/drawing/2014/main" id="{3B5C72F0-F867-485A-A889-61029022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2895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9" name="stack-layer-3">
            <a:extLst xmlns:a="http://schemas.openxmlformats.org/drawingml/2006/main">
              <a:ext uri="{FF2B5EF4-FFF2-40B4-BE49-F238E27FC236}">
                <a16:creationId xmlns:a16="http://schemas.microsoft.com/office/drawing/2014/main" id="{FAA05CD0-30A2-403C-805B-8145A859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stack-layer-3-title">
            <a:extLst xmlns:a="http://schemas.openxmlformats.org/drawingml/2006/main">
              <a:ext uri="{FF2B5EF4-FFF2-40B4-BE49-F238E27FC236}">
                <a16:creationId xmlns:a16="http://schemas.microsoft.com/office/drawing/2014/main" id="{9F2EBF24-BBF0-47C8-9C84-C74DFCA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编排层</a:t>
            </a:r>
          </a:p>
        </p:txBody>
      </p:sp>
      <p:sp>
        <p:nvSpPr>
          <p:cNvPr id="81" name="stack-layer-3-desc">
            <a:extLst xmlns:a="http://schemas.openxmlformats.org/drawingml/2006/main">
              <a:ext uri="{FF2B5EF4-FFF2-40B4-BE49-F238E27FC236}">
                <a16:creationId xmlns:a16="http://schemas.microsoft.com/office/drawing/2014/main" id="{FF228242-8904-410A-B553-8B244258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Agents SDK / Agent Builder</a:t>
            </a:r>
          </a:p>
        </p:txBody>
      </p:sp>
      <p:sp>
        <p:nvSpPr>
          <p:cNvPr id="82" name="stack-arrow-3">
            <a:extLst xmlns:a="http://schemas.openxmlformats.org/drawingml/2006/main">
              <a:ext uri="{FF2B5EF4-FFF2-40B4-BE49-F238E27FC236}">
                <a16:creationId xmlns:a16="http://schemas.microsoft.com/office/drawing/2014/main" id="{1D5867DA-60DF-4492-B941-28F02E12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3" name="stack-layer-4">
            <a:extLst xmlns:a="http://schemas.openxmlformats.org/drawingml/2006/main">
              <a:ext uri="{FF2B5EF4-FFF2-40B4-BE49-F238E27FC236}">
                <a16:creationId xmlns:a16="http://schemas.microsoft.com/office/drawing/2014/main" id="{24D59E35-8A83-4A17-9496-B43EAD7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84" name="stack-layer-4-title">
            <a:extLst xmlns:a="http://schemas.openxmlformats.org/drawingml/2006/main">
              <a:ext uri="{FF2B5EF4-FFF2-40B4-BE49-F238E27FC236}">
                <a16:creationId xmlns:a16="http://schemas.microsoft.com/office/drawing/2014/main" id="{B815B058-91B9-4927-8B90-12470E06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719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模型与状态层</a:t>
            </a:r>
          </a:p>
        </p:txBody>
      </p:sp>
      <p:sp>
        <p:nvSpPr>
          <p:cNvPr id="85" name="stack-layer-4-desc">
            <a:extLst xmlns:a="http://schemas.openxmlformats.org/drawingml/2006/main">
              <a:ext uri="{FF2B5EF4-FFF2-40B4-BE49-F238E27FC236}">
                <a16:creationId xmlns:a16="http://schemas.microsoft.com/office/drawing/2014/main" id="{858A05F8-4775-4D28-8A2B-FD17ADCA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814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Responses API</a:t>
            </a:r>
          </a:p>
        </p:txBody>
      </p:sp>
      <p:sp>
        <p:nvSpPr>
          <p:cNvPr id="86" name="stack-arrow-4">
            <a:extLst xmlns:a="http://schemas.openxmlformats.org/drawingml/2006/main">
              <a:ext uri="{FF2B5EF4-FFF2-40B4-BE49-F238E27FC236}">
                <a16:creationId xmlns:a16="http://schemas.microsoft.com/office/drawing/2014/main" id="{840290BB-DEBE-4B6A-A76A-B71405D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7" name="stack-layer-5">
            <a:extLst xmlns:a="http://schemas.openxmlformats.org/drawingml/2006/main">
              <a:ext uri="{FF2B5EF4-FFF2-40B4-BE49-F238E27FC236}">
                <a16:creationId xmlns:a16="http://schemas.microsoft.com/office/drawing/2014/main" id="{D84CA360-6622-450F-A8A8-D7BA912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stack-layer-5-title">
            <a:extLst xmlns:a="http://schemas.openxmlformats.org/drawingml/2006/main">
              <a:ext uri="{FF2B5EF4-FFF2-40B4-BE49-F238E27FC236}">
                <a16:creationId xmlns:a16="http://schemas.microsoft.com/office/drawing/2014/main" id="{D0F62A68-3730-4E3F-A43E-C51CBF02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9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工具层</a:t>
            </a:r>
          </a:p>
        </p:txBody>
      </p:sp>
      <p:sp>
        <p:nvSpPr>
          <p:cNvPr id="89" name="stack-layer-5-desc">
            <a:extLst xmlns:a="http://schemas.openxmlformats.org/drawingml/2006/main">
              <a:ext uri="{FF2B5EF4-FFF2-40B4-BE49-F238E27FC236}">
                <a16:creationId xmlns:a16="http://schemas.microsoft.com/office/drawing/2014/main" id="{5119D91B-025A-4AE3-BC82-21E8573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291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function / web search / file search / MCP / code interpreter / sandbox</a:t>
            </a:r>
          </a:p>
        </p:txBody>
      </p:sp>
      <p:sp>
        <p:nvSpPr>
          <p:cNvPr id="90" name="stack-arrow-5">
            <a:extLst xmlns:a="http://schemas.openxmlformats.org/drawingml/2006/main">
              <a:ext uri="{FF2B5EF4-FFF2-40B4-BE49-F238E27FC236}">
                <a16:creationId xmlns:a16="http://schemas.microsoft.com/office/drawing/2014/main" id="{76D39F5A-76ED-45AD-A3BD-ECD114D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7205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1" name="stack-layer-6">
            <a:extLst xmlns:a="http://schemas.openxmlformats.org/drawingml/2006/main">
              <a:ext uri="{FF2B5EF4-FFF2-40B4-BE49-F238E27FC236}">
                <a16:creationId xmlns:a16="http://schemas.microsoft.com/office/drawing/2014/main" id="{EA39F5D1-B5CC-4E98-AF8C-63F9D74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2" name="stack-layer-6-title">
            <a:extLst xmlns:a="http://schemas.openxmlformats.org/drawingml/2006/main">
              <a:ext uri="{FF2B5EF4-FFF2-40B4-BE49-F238E27FC236}">
                <a16:creationId xmlns:a16="http://schemas.microsoft.com/office/drawing/2014/main" id="{6467F2DB-5BC6-4346-B658-7AD403E8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673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外部系统</a:t>
            </a:r>
          </a:p>
        </p:txBody>
      </p:sp>
      <p:sp>
        <p:nvSpPr>
          <p:cNvPr id="93" name="stack-layer-6-desc">
            <a:extLst xmlns:a="http://schemas.openxmlformats.org/drawingml/2006/main">
              <a:ext uri="{FF2B5EF4-FFF2-40B4-BE49-F238E27FC236}">
                <a16:creationId xmlns:a16="http://schemas.microsoft.com/office/drawing/2014/main" id="{E7CD336E-48F0-4724-9565-23446A6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数据库 / 文件 / API / 浏览器 / shell</a:t>
            </a:r>
          </a:p>
        </p:txBody>
      </p:sp>
      <p:sp>
        <p:nvSpPr>
          <p:cNvPr id="94" name="must-know-panel">
            <a:extLst xmlns:a="http://schemas.openxmlformats.org/drawingml/2006/main">
              <a:ext uri="{FF2B5EF4-FFF2-40B4-BE49-F238E27FC236}">
                <a16:creationId xmlns:a16="http://schemas.microsoft.com/office/drawing/2014/main" id="{2021FD62-44DE-4B8B-8D48-83EAB501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38350"/>
            <a:ext cx="2286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5" name="must-know-title">
            <a:extLst xmlns:a="http://schemas.openxmlformats.org/drawingml/2006/main">
              <a:ext uri="{FF2B5EF4-FFF2-40B4-BE49-F238E27FC236}">
                <a16:creationId xmlns:a16="http://schemas.microsoft.com/office/drawing/2014/main" id="{BFA5FC08-0A9F-4EC5-8ACC-12AFF506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必须掌握</a:t>
            </a:r>
          </a:p>
        </p:txBody>
      </p:sp>
      <p:sp>
        <p:nvSpPr>
          <p:cNvPr id="96" name="must-know-items-0">
            <a:extLst xmlns:a="http://schemas.openxmlformats.org/drawingml/2006/main">
              <a:ext uri="{FF2B5EF4-FFF2-40B4-BE49-F238E27FC236}">
                <a16:creationId xmlns:a16="http://schemas.microsoft.com/office/drawing/2014/main" id="{594DB91E-4428-46AB-ABE3-3C2EB70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输入消息结构</a:t>
            </a:r>
          </a:p>
        </p:txBody>
      </p:sp>
      <p:sp>
        <p:nvSpPr>
          <p:cNvPr id="97" name="must-know-items-1">
            <a:extLst xmlns:a="http://schemas.openxmlformats.org/drawingml/2006/main">
              <a:ext uri="{FF2B5EF4-FFF2-40B4-BE49-F238E27FC236}">
                <a16:creationId xmlns:a16="http://schemas.microsoft.com/office/drawing/2014/main" id="{8AB38E8B-170E-449D-9D2C-58FAF93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3372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输出 item</a:t>
            </a:r>
          </a:p>
        </p:txBody>
      </p:sp>
      <p:sp>
        <p:nvSpPr>
          <p:cNvPr id="98" name="must-know-items-2">
            <a:extLst xmlns:a="http://schemas.openxmlformats.org/drawingml/2006/main">
              <a:ext uri="{FF2B5EF4-FFF2-40B4-BE49-F238E27FC236}">
                <a16:creationId xmlns:a16="http://schemas.microsoft.com/office/drawing/2014/main" id="{C7D04433-3B7D-4BBA-A93C-47E2ACD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tool call</a:t>
            </a:r>
          </a:p>
        </p:txBody>
      </p:sp>
      <p:sp>
        <p:nvSpPr>
          <p:cNvPr id="99" name="must-know-items-3">
            <a:extLst xmlns:a="http://schemas.openxmlformats.org/drawingml/2006/main">
              <a:ext uri="{FF2B5EF4-FFF2-40B4-BE49-F238E27FC236}">
                <a16:creationId xmlns:a16="http://schemas.microsoft.com/office/drawing/2014/main" id="{98EDE295-E18E-4A5D-8E11-482A3742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623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structured output</a:t>
            </a:r>
          </a:p>
        </p:txBody>
      </p:sp>
      <p:sp>
        <p:nvSpPr>
          <p:cNvPr id="100" name="must-know-items-4">
            <a:extLst xmlns:a="http://schemas.openxmlformats.org/drawingml/2006/main">
              <a:ext uri="{FF2B5EF4-FFF2-40B4-BE49-F238E27FC236}">
                <a16:creationId xmlns:a16="http://schemas.microsoft.com/office/drawing/2014/main" id="{90CA0351-7B47-4AAB-8FFB-318DA95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conversation state</a:t>
            </a:r>
          </a:p>
        </p:txBody>
      </p:sp>
      <p:sp>
        <p:nvSpPr>
          <p:cNvPr id="101" name="must-know-items-5">
            <a:extLst xmlns:a="http://schemas.openxmlformats.org/drawingml/2006/main">
              <a:ext uri="{FF2B5EF4-FFF2-40B4-BE49-F238E27FC236}">
                <a16:creationId xmlns:a16="http://schemas.microsoft.com/office/drawing/2014/main" id="{2C6F69BF-F1E1-42CE-8156-802AC2B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9102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streaming</a:t>
            </a:r>
          </a:p>
        </p:txBody>
      </p:sp>
      <p:sp>
        <p:nvSpPr>
          <p:cNvPr id="102" name="key-judgment">
            <a:extLst xmlns:a="http://schemas.openxmlformats.org/drawingml/2006/main">
              <a:ext uri="{FF2B5EF4-FFF2-40B4-BE49-F238E27FC236}">
                <a16:creationId xmlns:a16="http://schemas.microsoft.com/office/drawing/2014/main" id="{2667D11D-DB02-4903-A1DC-19DB178D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98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关键判断：工具是 Agent 做事的边界，工具定义不好，Agent 系统一定烂。</a:t>
            </a:r>
          </a:p>
        </p:txBody>
      </p:sp>
      <p:sp>
        <p:nvSpPr>
          <p:cNvPr id="103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D9EE97B8-BB4E-40DF-ABD3-6E66E534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C57C962-4B40-480D-ABC2-64D3DAC9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671931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CCBD8EF-59EB-464E-A75C-7ED1EA1B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F64A090-6C8A-4836-A5D6-7BDA77A5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BADC4C6-E2B5-481E-91A9-4B75379D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A6AD83C-274D-419F-B9B9-4F716FD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4C36000-DE03-47EF-BDF9-20BFB133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108D385-944A-40C6-893E-FBE7E991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61F4F8E-B63F-43FD-9D4A-ED489A70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185E366-3BC5-489C-90CD-94D5AC1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319904C-D476-427E-BCAF-2F15AB9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6E1334E-EB8C-44E5-A8E9-77BED01B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3FB8D37-FB20-44BC-9AB3-17359744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D2F0BB2-FD04-43BE-B4B0-621A484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F5BF401-2D07-4EE2-989B-6366246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3B8BB5E-4FC5-4650-9584-1AA3D5B7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A4B8D80-D0DB-478D-8B69-85A1EC64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02221CB-7614-4CB9-A404-5613E7E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82A2A67-F524-4E8A-82E3-883F5A2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6BD3318-5831-4536-8884-DAC1FFE6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9A305BC-41CD-4656-A6A3-7DD73DC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141069C-2F42-458D-A7CC-DB081F8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9113839-56B8-4050-A9D2-1060A8F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29D65B0-5E59-467B-B329-A3BE9247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E49A6AA-68E1-4042-970A-6F1F3DBD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8084BA2-3263-4679-AC8E-5BB818A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C488B33-40E2-47ED-ADAD-5F103814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6635E66-0BE2-40A5-B11C-661BDA1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A4DC93A-9C6D-4788-8CA9-A1899964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D7ECC3C-3EED-4EAA-890C-7A5741F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785FFCC-51B2-4575-8352-C9CA018E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5700DDD-1B35-4EDB-9451-7D7023E0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DB2722A-FCDC-4E75-BF06-D09369F8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4F6B8DA-4D99-4D50-AC9B-E1C3D375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164AC1F-EDE5-4BA0-BE4F-F2E56EDD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5AFFF68-6DDB-4D4C-BFCA-FD7AA98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66D8A43-E3AE-45ED-93FF-6A7EE2B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3B256E3-D29A-4124-897D-A774DC62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B611DC2-9951-4FF6-BE12-E56AE616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2BC816B-9F7A-4C82-941E-B3EB58A9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D12E898-5AA5-48D4-A618-9ED0A1B0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142C673-D94B-44AC-8CDD-637F3484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955235D-9997-4343-BF10-183DAC94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A2D0C45-FBE9-4C78-84A6-01BBFA67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95FF3F7-85B3-4DA6-87A9-ACB3B720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2060B568-430F-43C2-A4DC-879B0AE7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7680F3D-6D6A-41A0-AFE0-2A0691E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B424678-9649-493D-B412-69529ED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8BC2BD1-1318-4C61-86AC-6479C5A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E10EF7E-3926-42D6-885F-FEEC742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142A10E-B6A9-4936-ADBA-BE0C126B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9B9CFA6-FEEF-4294-99EE-174DC817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096DF28-ADB8-473B-9222-43675AE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4D2679C-F66B-4B45-B546-D59F265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2E45ADA2-7347-479E-8654-D3A408A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13042EF-6789-488C-9822-FE0568A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8F45ACD-A9D7-4718-984F-A6792E95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33885D4-B9B9-4529-9599-BAA9B52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4D56A73-741F-4864-8673-20ABBB2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930996D-1504-44B8-87F0-98FC128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CBB752E-BF89-45AB-AB48-BEE5D67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1A70A18-6C29-423E-9EA5-F780CA3A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38AC008-E17C-465A-B8EC-21945AE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4EA8ACB-0DD4-4416-90F1-B6A5FFE8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5BECE84-5410-4E7F-B6FE-5AFE77E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9455E67-D21D-4220-BBAC-467BF443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75649B9-D541-4E02-BAB2-1E3E61C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2BC46AD9-D24E-4E07-8334-90BF7B9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854BB369-9B39-4A84-8CC7-EB2FBAF7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E0DCF5-6C09-4BD6-B00F-990E2F6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LABS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6A3044-1979-409A-BBA2-819DE76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 6 个最小实验建立 Agent 工程判断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E0E005-63BB-4F86-AB50-A58A5D5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 lab 只验证一个关键问题，避免为了“看起来高级”堆复杂性。</a:t>
            </a:r>
          </a:p>
        </p:txBody>
      </p:sp>
      <p:sp>
        <p:nvSpPr>
          <p:cNvPr id="71" name="lab-card-01">
            <a:extLst xmlns:a="http://schemas.openxmlformats.org/drawingml/2006/main">
              <a:ext uri="{FF2B5EF4-FFF2-40B4-BE49-F238E27FC236}">
                <a16:creationId xmlns:a16="http://schemas.microsoft.com/office/drawing/2014/main" id="{10C57EA0-0720-461A-A7E7-EFCE6026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lab-chip-01">
            <a:extLst xmlns:a="http://schemas.openxmlformats.org/drawingml/2006/main">
              <a:ext uri="{FF2B5EF4-FFF2-40B4-BE49-F238E27FC236}">
                <a16:creationId xmlns:a16="http://schemas.microsoft.com/office/drawing/2014/main" id="{2CCF12A9-3DD2-4F2C-BF92-6397A8A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3" name="lab-chip-01-text">
            <a:extLst xmlns:a="http://schemas.openxmlformats.org/drawingml/2006/main">
              <a:ext uri="{FF2B5EF4-FFF2-40B4-BE49-F238E27FC236}">
                <a16:creationId xmlns:a16="http://schemas.microsoft.com/office/drawing/2014/main" id="{651F1040-E506-4FE1-8C28-F67B8A0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 01</a:t>
            </a:r>
          </a:p>
        </p:txBody>
      </p:sp>
      <p:sp>
        <p:nvSpPr>
          <p:cNvPr id="74" name="lab-title-01">
            <a:extLst xmlns:a="http://schemas.openxmlformats.org/drawingml/2006/main">
              <a:ext uri="{FF2B5EF4-FFF2-40B4-BE49-F238E27FC236}">
                <a16:creationId xmlns:a16="http://schemas.microsoft.com/office/drawing/2014/main" id="{24AC6D45-3554-494A-BB6C-19B724A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Responses API CLI</a:t>
            </a:r>
          </a:p>
        </p:txBody>
      </p:sp>
      <p:sp>
        <p:nvSpPr>
          <p:cNvPr id="75" name="lab-desc-01">
            <a:extLst xmlns:a="http://schemas.openxmlformats.org/drawingml/2006/main">
              <a:ext uri="{FF2B5EF4-FFF2-40B4-BE49-F238E27FC236}">
                <a16:creationId xmlns:a16="http://schemas.microsoft.com/office/drawing/2014/main" id="{63F0E8C8-344D-4A06-A4B2-0C7ABDD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底层输入输出和工具调用是什么</a:t>
            </a:r>
          </a:p>
        </p:txBody>
      </p:sp>
      <p:sp>
        <p:nvSpPr>
          <p:cNvPr id="76" name="lab-card-02">
            <a:extLst xmlns:a="http://schemas.openxmlformats.org/drawingml/2006/main">
              <a:ext uri="{FF2B5EF4-FFF2-40B4-BE49-F238E27FC236}">
                <a16:creationId xmlns:a16="http://schemas.microsoft.com/office/drawing/2014/main" id="{9A5CA1C6-6C77-4EED-AED5-0A040DE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lab-chip-02">
            <a:extLst xmlns:a="http://schemas.openxmlformats.org/drawingml/2006/main">
              <a:ext uri="{FF2B5EF4-FFF2-40B4-BE49-F238E27FC236}">
                <a16:creationId xmlns:a16="http://schemas.microsoft.com/office/drawing/2014/main" id="{86657A6E-DFFA-4F34-8AA6-DF6E064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8" name="lab-chip-02-text">
            <a:extLst xmlns:a="http://schemas.openxmlformats.org/drawingml/2006/main">
              <a:ext uri="{FF2B5EF4-FFF2-40B4-BE49-F238E27FC236}">
                <a16:creationId xmlns:a16="http://schemas.microsoft.com/office/drawing/2014/main" id="{DB003A9E-03F1-48EF-8219-94C40E2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 02</a:t>
            </a:r>
          </a:p>
        </p:txBody>
      </p:sp>
      <p:sp>
        <p:nvSpPr>
          <p:cNvPr id="79" name="lab-title-02">
            <a:extLst xmlns:a="http://schemas.openxmlformats.org/drawingml/2006/main">
              <a:ext uri="{FF2B5EF4-FFF2-40B4-BE49-F238E27FC236}">
                <a16:creationId xmlns:a16="http://schemas.microsoft.com/office/drawing/2014/main" id="{18232586-9AC9-45E1-89EF-EC05402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Single Agent</a:t>
            </a:r>
          </a:p>
        </p:txBody>
      </p:sp>
      <p:sp>
        <p:nvSpPr>
          <p:cNvPr id="80" name="lab-desc-02">
            <a:extLst xmlns:a="http://schemas.openxmlformats.org/drawingml/2006/main">
              <a:ext uri="{FF2B5EF4-FFF2-40B4-BE49-F238E27FC236}">
                <a16:creationId xmlns:a16="http://schemas.microsoft.com/office/drawing/2014/main" id="{CAAAF5F4-7634-4598-A274-3A9D564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SDK 如何组织 Agent 和 tool</a:t>
            </a:r>
          </a:p>
        </p:txBody>
      </p:sp>
      <p:sp>
        <p:nvSpPr>
          <p:cNvPr id="81" name="lab-card-03">
            <a:extLst xmlns:a="http://schemas.openxmlformats.org/drawingml/2006/main">
              <a:ext uri="{FF2B5EF4-FFF2-40B4-BE49-F238E27FC236}">
                <a16:creationId xmlns:a16="http://schemas.microsoft.com/office/drawing/2014/main" id="{3A8DECF0-0855-4B08-B5F6-A408873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lab-chip-03">
            <a:extLst xmlns:a="http://schemas.openxmlformats.org/drawingml/2006/main">
              <a:ext uri="{FF2B5EF4-FFF2-40B4-BE49-F238E27FC236}">
                <a16:creationId xmlns:a16="http://schemas.microsoft.com/office/drawing/2014/main" id="{9795057F-A0EF-47BD-8C53-0A87C803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3" name="lab-chip-03-text">
            <a:extLst xmlns:a="http://schemas.openxmlformats.org/drawingml/2006/main">
              <a:ext uri="{FF2B5EF4-FFF2-40B4-BE49-F238E27FC236}">
                <a16:creationId xmlns:a16="http://schemas.microsoft.com/office/drawing/2014/main" id="{8E7D88F0-82BA-41E5-AF03-9697D5D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 03</a:t>
            </a:r>
          </a:p>
        </p:txBody>
      </p:sp>
      <p:sp>
        <p:nvSpPr>
          <p:cNvPr id="84" name="lab-title-03">
            <a:extLst xmlns:a="http://schemas.openxmlformats.org/drawingml/2006/main">
              <a:ext uri="{FF2B5EF4-FFF2-40B4-BE49-F238E27FC236}">
                <a16:creationId xmlns:a16="http://schemas.microsoft.com/office/drawing/2014/main" id="{8DBE8651-9B2C-41ED-9D2B-E693EBB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Tools and RAG</a:t>
            </a:r>
          </a:p>
        </p:txBody>
      </p:sp>
      <p:sp>
        <p:nvSpPr>
          <p:cNvPr id="85" name="lab-desc-03">
            <a:extLst xmlns:a="http://schemas.openxmlformats.org/drawingml/2006/main">
              <a:ext uri="{FF2B5EF4-FFF2-40B4-BE49-F238E27FC236}">
                <a16:creationId xmlns:a16="http://schemas.microsoft.com/office/drawing/2014/main" id="{D508BF7B-80A0-43E6-9B27-0D6F822E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web/file search 如何进入工作流</a:t>
            </a:r>
          </a:p>
        </p:txBody>
      </p:sp>
      <p:sp>
        <p:nvSpPr>
          <p:cNvPr id="86" name="lab-card-04">
            <a:extLst xmlns:a="http://schemas.openxmlformats.org/drawingml/2006/main">
              <a:ext uri="{FF2B5EF4-FFF2-40B4-BE49-F238E27FC236}">
                <a16:creationId xmlns:a16="http://schemas.microsoft.com/office/drawing/2014/main" id="{F1C73CF2-44EB-488C-A0EA-2AD1A06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7" name="lab-chip-04">
            <a:extLst xmlns:a="http://schemas.openxmlformats.org/drawingml/2006/main">
              <a:ext uri="{FF2B5EF4-FFF2-40B4-BE49-F238E27FC236}">
                <a16:creationId xmlns:a16="http://schemas.microsoft.com/office/drawing/2014/main" id="{980C4AE0-84CF-451C-AFC1-5D8862A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8" name="lab-chip-04-text">
            <a:extLst xmlns:a="http://schemas.openxmlformats.org/drawingml/2006/main">
              <a:ext uri="{FF2B5EF4-FFF2-40B4-BE49-F238E27FC236}">
                <a16:creationId xmlns:a16="http://schemas.microsoft.com/office/drawing/2014/main" id="{4A848428-D65E-40D6-BF67-D5A75562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 04</a:t>
            </a:r>
          </a:p>
        </p:txBody>
      </p:sp>
      <p:sp>
        <p:nvSpPr>
          <p:cNvPr id="89" name="lab-title-04">
            <a:extLst xmlns:a="http://schemas.openxmlformats.org/drawingml/2006/main">
              <a:ext uri="{FF2B5EF4-FFF2-40B4-BE49-F238E27FC236}">
                <a16:creationId xmlns:a16="http://schemas.microsoft.com/office/drawing/2014/main" id="{4D584FCA-BD07-4B42-865B-57233DF6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Handoffs</a:t>
            </a:r>
          </a:p>
        </p:txBody>
      </p:sp>
      <p:sp>
        <p:nvSpPr>
          <p:cNvPr id="90" name="lab-desc-04">
            <a:extLst xmlns:a="http://schemas.openxmlformats.org/drawingml/2006/main">
              <a:ext uri="{FF2B5EF4-FFF2-40B4-BE49-F238E27FC236}">
                <a16:creationId xmlns:a16="http://schemas.microsoft.com/office/drawing/2014/main" id="{4CBED880-EA8C-4ACE-B330-BAA136C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handoff 什么时候有价值</a:t>
            </a:r>
          </a:p>
        </p:txBody>
      </p:sp>
      <p:sp>
        <p:nvSpPr>
          <p:cNvPr id="91" name="lab-card-05">
            <a:extLst xmlns:a="http://schemas.openxmlformats.org/drawingml/2006/main">
              <a:ext uri="{FF2B5EF4-FFF2-40B4-BE49-F238E27FC236}">
                <a16:creationId xmlns:a16="http://schemas.microsoft.com/office/drawing/2014/main" id="{12DE81B2-2CF2-4F2D-844A-A2A70658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92" name="lab-chip-05">
            <a:extLst xmlns:a="http://schemas.openxmlformats.org/drawingml/2006/main">
              <a:ext uri="{FF2B5EF4-FFF2-40B4-BE49-F238E27FC236}">
                <a16:creationId xmlns:a16="http://schemas.microsoft.com/office/drawing/2014/main" id="{2B06F76C-A9F7-4751-8B86-764AF3E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3" name="lab-chip-05-text">
            <a:extLst xmlns:a="http://schemas.openxmlformats.org/drawingml/2006/main">
              <a:ext uri="{FF2B5EF4-FFF2-40B4-BE49-F238E27FC236}">
                <a16:creationId xmlns:a16="http://schemas.microsoft.com/office/drawing/2014/main" id="{004B97BD-30EE-42B4-90AF-0AE3902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Lab 05</a:t>
            </a:r>
          </a:p>
        </p:txBody>
      </p:sp>
      <p:sp>
        <p:nvSpPr>
          <p:cNvPr id="94" name="lab-title-05">
            <a:extLst xmlns:a="http://schemas.openxmlformats.org/drawingml/2006/main">
              <a:ext uri="{FF2B5EF4-FFF2-40B4-BE49-F238E27FC236}">
                <a16:creationId xmlns:a16="http://schemas.microsoft.com/office/drawing/2014/main" id="{D2F475C7-6204-4328-BFAD-D314722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053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Guardrails / Evals</a:t>
            </a:r>
          </a:p>
        </p:txBody>
      </p:sp>
      <p:sp>
        <p:nvSpPr>
          <p:cNvPr id="95" name="lab-desc-05">
            <a:extLst xmlns:a="http://schemas.openxmlformats.org/drawingml/2006/main">
              <a:ext uri="{FF2B5EF4-FFF2-40B4-BE49-F238E27FC236}">
                <a16:creationId xmlns:a16="http://schemas.microsoft.com/office/drawing/2014/main" id="{A45B39C3-B054-407B-9C75-9F400BC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29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如何判断系统是否可靠</a:t>
            </a:r>
          </a:p>
        </p:txBody>
      </p:sp>
      <p:sp>
        <p:nvSpPr>
          <p:cNvPr id="96" name="lab-card-06">
            <a:extLst xmlns:a="http://schemas.openxmlformats.org/drawingml/2006/main">
              <a:ext uri="{FF2B5EF4-FFF2-40B4-BE49-F238E27FC236}">
                <a16:creationId xmlns:a16="http://schemas.microsoft.com/office/drawing/2014/main" id="{AE1A0C8C-8453-44EC-A885-C210A7D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7" name="lab-chip-06">
            <a:extLst xmlns:a="http://schemas.openxmlformats.org/drawingml/2006/main">
              <a:ext uri="{FF2B5EF4-FFF2-40B4-BE49-F238E27FC236}">
                <a16:creationId xmlns:a16="http://schemas.microsoft.com/office/drawing/2014/main" id="{257B2DFA-A2F0-4BAD-A3DA-B3142AB7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243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98" name="lab-chip-06-text">
            <a:extLst xmlns:a="http://schemas.openxmlformats.org/drawingml/2006/main">
              <a:ext uri="{FF2B5EF4-FFF2-40B4-BE49-F238E27FC236}">
                <a16:creationId xmlns:a16="http://schemas.microsoft.com/office/drawing/2014/main" id="{2F6599F6-4500-4784-9F2D-975D26B3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 06</a:t>
            </a:r>
          </a:p>
        </p:txBody>
      </p:sp>
      <p:sp>
        <p:nvSpPr>
          <p:cNvPr id="99" name="lab-title-06">
            <a:extLst xmlns:a="http://schemas.openxmlformats.org/drawingml/2006/main">
              <a:ext uri="{FF2B5EF4-FFF2-40B4-BE49-F238E27FC236}">
                <a16:creationId xmlns:a16="http://schemas.microsoft.com/office/drawing/2014/main" id="{E2DD5CB1-192F-4D47-B010-DB25A30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Sandbox Agent</a:t>
            </a:r>
          </a:p>
        </p:txBody>
      </p:sp>
      <p:sp>
        <p:nvSpPr>
          <p:cNvPr id="100" name="lab-desc-06">
            <a:extLst xmlns:a="http://schemas.openxmlformats.org/drawingml/2006/main">
              <a:ext uri="{FF2B5EF4-FFF2-40B4-BE49-F238E27FC236}">
                <a16:creationId xmlns:a16="http://schemas.microsoft.com/office/drawing/2014/main" id="{AC3A424C-1F9D-49BD-8C8A-BE053C5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29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如何安全处理文件和命令</a:t>
            </a:r>
          </a:p>
        </p:txBody>
      </p:sp>
      <p:sp>
        <p:nvSpPr>
          <p:cNvPr id="101" name="lab-flow-line">
            <a:extLst xmlns:a="http://schemas.openxmlformats.org/drawingml/2006/main">
              <a:ext uri="{FF2B5EF4-FFF2-40B4-BE49-F238E27FC236}">
                <a16:creationId xmlns:a16="http://schemas.microsoft.com/office/drawing/2014/main" id="{BF8AA299-4C57-4A37-ACEB-53ED44A8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2" name="lab-flow-arrow">
            <a:extLst xmlns:a="http://schemas.openxmlformats.org/drawingml/2006/main">
              <a:ext uri="{FF2B5EF4-FFF2-40B4-BE49-F238E27FC236}">
                <a16:creationId xmlns:a16="http://schemas.microsoft.com/office/drawing/2014/main" id="{09F7BE83-AF54-44CE-AB8F-4F8E9FA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24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3" name="lab-principle">
            <a:extLst xmlns:a="http://schemas.openxmlformats.org/drawingml/2006/main">
              <a:ext uri="{FF2B5EF4-FFF2-40B4-BE49-F238E27FC236}">
                <a16:creationId xmlns:a16="http://schemas.microsoft.com/office/drawing/2014/main" id="{4A1E1EF4-24A0-43B7-A743-709BCE72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实验不是交作业。它只服务一个目的：把关键判断跑出来。</a:t>
            </a:r>
          </a:p>
        </p:txBody>
      </p:sp>
      <p:sp>
        <p:nvSpPr>
          <p:cNvPr id="104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198CD550-B0EB-4670-B711-E188D0B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557C5E4-C23C-4542-B6CF-587D288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83322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E3CF7C-A68E-4769-8EE4-12221A5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EA6D87D-E63F-4B7B-8D7F-2ED734CD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314712C-F935-464D-B540-C7DDA872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C7B014A-3E3E-40B8-BAFE-DD989DD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7DB49AC-F2E9-431E-B984-21097CA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AAAFD36-A7BA-4C11-8C38-B12E134B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2DD08F7-B998-4F33-BEDB-C6BBD91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573A9B4-35D8-4689-BB86-C980F40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E4F40FC-2937-4833-AE52-D12D360D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7F384F4-51B5-42FC-A57F-3BE0BA9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ED9ED06-B9A3-4C68-A1EB-D75FAA2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6F2D5E1-E672-42A0-BEE1-83328A3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4E78B69-2410-4DFF-9398-FA81D94A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8F2E3CE-C9CD-4189-969B-558D44F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744A889-9E98-413F-8301-10E709B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0E5A977-56CA-49AC-BE5F-F223492C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C7ED95A-3F43-4A12-9693-8EE53083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07AAD9B-AD0B-4A6F-A4A0-16E1CDDB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BE9ADC9-4FBB-424C-8033-1F9D342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4FCEFF5-0E89-48B8-A024-09A3DDD6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2324C88-19EF-49C3-9AA5-9ECED55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78B7FF6-C957-4C0E-A5F8-ED873AE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81AFAC2-0F79-4C17-AA62-904D601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B358F01-1E33-4F01-A984-78869EE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76F3A02-F943-42E1-80C9-DA32366F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C90D4F8-2CF7-4DC6-B343-D5221EB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2661639-77F9-4A19-9E92-1F16F3B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D067643-B6F0-473E-974B-1A725738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4B34888-C4F4-4ABF-9FDA-A6E8EAC7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F112397-9DF0-4CD5-ADDE-6E3890C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0BE7437-8A63-4855-89BD-857089E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7AA9C08-20EA-4B55-888E-C98E9C19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24FF08C-CEF3-47F4-B346-CDE284F8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327052D-6F1D-407C-A0C6-DF5D25BF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E2315B0-3020-428D-842B-66EA700C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AF91720-02D2-4D3A-B004-E01E646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72CB1D0-C7CB-43FE-9439-BB703F87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4EAD25E-AD9B-4736-8A14-63CBFAFD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6547D46-7485-4A27-A971-7EE3343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2C6320F-8E93-4B24-AD28-57346249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2F9C006-242E-4274-80B1-191A8A3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78B9C71-79D0-4C9C-83D0-14C4C80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77C1534-CB94-4566-9A79-DB1BA9AC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D6AEB9F-E73D-40E2-A4D0-E21237DB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5311C7F-3608-4F20-B40D-2550AD49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72E548A-8563-4671-9F9C-79615CA9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F968D04-2061-4BDA-BA6A-F8279A7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7CF5989-E12D-4507-885E-C1F88C67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B29E72B-BF1A-4737-9F2E-0DF50DA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8C9AAD6-CB07-4FF3-8DB3-EA56A77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C6716C7-AB5A-4BEB-9F4A-96A5DE9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5E0B0F1-CE7C-4E25-8F5B-01D631A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EDB4C82-76AC-4675-95BF-FBF42D4B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0C07559-4EF7-4FA6-91FD-CA41CB6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5983947-2787-43B5-B503-A5FA22A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418AE40-4FAE-4239-AF34-51E3ACB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0304CF9-EB51-476D-9132-6FA327D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022603F-1310-4255-91F0-E4C0751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75F2F15-B529-4B5E-871C-E0891E3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440EE0F-94B6-4D7A-AD9A-1FF8304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402BDC2-3490-40D6-8D9E-EDD9BEAA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65AE925-FE0E-44B6-B519-740A6D5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25D1029D-DFD8-4644-90EC-E22036F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E600070-74AD-4D41-95C0-5067A438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B541CAC0-4A1C-4D31-BFDF-5F3B4F8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45A0413B-E557-4D0F-B5C0-2EF9A68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505B614E-4E89-4DBF-8CC0-386F3D38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DD02D2-3E8B-47B5-81CB-8115E04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COMPARE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7AB983-AEB3-4F8C-8BEA-95264FD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2：学第二套生态，但不是把概念搅成一团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A1DAB5-AB57-4D72-9FF4-C1B3FF2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OpenAI 学透以后再学 Claude，重点是比较工程边界。</a:t>
            </a:r>
          </a:p>
        </p:txBody>
      </p:sp>
      <p:sp>
        <p:nvSpPr>
          <p:cNvPr id="71" name="compare-table">
            <a:extLst xmlns:a="http://schemas.openxmlformats.org/drawingml/2006/main">
              <a:ext uri="{FF2B5EF4-FFF2-40B4-BE49-F238E27FC236}">
                <a16:creationId xmlns:a16="http://schemas.microsoft.com/office/drawing/2014/main" id="{3FB7503D-355E-4DD4-8661-797D93B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515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compare-header-bg">
            <a:extLst xmlns:a="http://schemas.openxmlformats.org/drawingml/2006/main">
              <a:ext uri="{FF2B5EF4-FFF2-40B4-BE49-F238E27FC236}">
                <a16:creationId xmlns:a16="http://schemas.microsoft.com/office/drawing/2014/main" id="{C474D949-B7F9-4224-B5FE-B48ECC1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51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3" name="compare-vline-1">
            <a:extLst xmlns:a="http://schemas.openxmlformats.org/drawingml/2006/main">
              <a:ext uri="{FF2B5EF4-FFF2-40B4-BE49-F238E27FC236}">
                <a16:creationId xmlns:a16="http://schemas.microsoft.com/office/drawing/2014/main" id="{2D1FFDE3-AD2A-442D-AABA-1B3DC60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4" name="compare-vline-2">
            <a:extLst xmlns:a="http://schemas.openxmlformats.org/drawingml/2006/main">
              <a:ext uri="{FF2B5EF4-FFF2-40B4-BE49-F238E27FC236}">
                <a16:creationId xmlns:a16="http://schemas.microsoft.com/office/drawing/2014/main" id="{8C2A92C2-9BAC-44F3-A181-45343AE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9550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5" name="compare-header-1">
            <a:extLst xmlns:a="http://schemas.openxmlformats.org/drawingml/2006/main">
              <a:ext uri="{FF2B5EF4-FFF2-40B4-BE49-F238E27FC236}">
                <a16:creationId xmlns:a16="http://schemas.microsoft.com/office/drawing/2014/main" id="{14B85EDC-889C-4021-B3C6-6EA9ADB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对比维度</a:t>
            </a:r>
          </a:p>
        </p:txBody>
      </p:sp>
      <p:sp>
        <p:nvSpPr>
          <p:cNvPr id="76" name="compare-header-2">
            <a:extLst xmlns:a="http://schemas.openxmlformats.org/drawingml/2006/main">
              <a:ext uri="{FF2B5EF4-FFF2-40B4-BE49-F238E27FC236}">
                <a16:creationId xmlns:a16="http://schemas.microsoft.com/office/drawing/2014/main" id="{9F3F6E38-9A24-45E0-907B-9195870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OpenAI 技术栈</a:t>
            </a:r>
          </a:p>
        </p:txBody>
      </p:sp>
      <p:sp>
        <p:nvSpPr>
          <p:cNvPr id="77" name="compare-header-3">
            <a:extLst xmlns:a="http://schemas.openxmlformats.org/drawingml/2006/main">
              <a:ext uri="{FF2B5EF4-FFF2-40B4-BE49-F238E27FC236}">
                <a16:creationId xmlns:a16="http://schemas.microsoft.com/office/drawing/2014/main" id="{6C863256-7012-4200-933E-FD9EACC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57425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Claude 技术栈</a:t>
            </a:r>
          </a:p>
        </p:txBody>
      </p:sp>
      <p:sp>
        <p:nvSpPr>
          <p:cNvPr id="78" name="compare-row-line-0">
            <a:extLst xmlns:a="http://schemas.openxmlformats.org/drawingml/2006/main">
              <a:ext uri="{FF2B5EF4-FFF2-40B4-BE49-F238E27FC236}">
                <a16:creationId xmlns:a16="http://schemas.microsoft.com/office/drawing/2014/main" id="{D3121DDD-FFA4-452E-A965-BD40784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9" name="compare-dim-0">
            <a:extLst xmlns:a="http://schemas.openxmlformats.org/drawingml/2006/main">
              <a:ext uri="{FF2B5EF4-FFF2-40B4-BE49-F238E27FC236}">
                <a16:creationId xmlns:a16="http://schemas.microsoft.com/office/drawing/2014/main" id="{125ED558-884E-4EEF-AF8C-CEB1C1A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Agent 定义</a:t>
            </a:r>
          </a:p>
        </p:txBody>
      </p:sp>
      <p:sp>
        <p:nvSpPr>
          <p:cNvPr id="80" name="compare-openai-0">
            <a:extLst xmlns:a="http://schemas.openxmlformats.org/drawingml/2006/main">
              <a:ext uri="{FF2B5EF4-FFF2-40B4-BE49-F238E27FC236}">
                <a16:creationId xmlns:a16="http://schemas.microsoft.com/office/drawing/2014/main" id="{25309F41-6F13-430B-A3FF-D1E024F8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先建立主心智</a:t>
            </a:r>
          </a:p>
        </p:txBody>
      </p:sp>
      <p:sp>
        <p:nvSpPr>
          <p:cNvPr id="81" name="compare-claude-0">
            <a:extLst xmlns:a="http://schemas.openxmlformats.org/drawingml/2006/main">
              <a:ext uri="{FF2B5EF4-FFF2-40B4-BE49-F238E27FC236}">
                <a16:creationId xmlns:a16="http://schemas.microsoft.com/office/drawing/2014/main" id="{99E8EFC3-F4F9-4086-BF8B-9229343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622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横向映射</a:t>
            </a:r>
          </a:p>
        </p:txBody>
      </p:sp>
      <p:sp>
        <p:nvSpPr>
          <p:cNvPr id="82" name="compare-row-line-1">
            <a:extLst xmlns:a="http://schemas.openxmlformats.org/drawingml/2006/main">
              <a:ext uri="{FF2B5EF4-FFF2-40B4-BE49-F238E27FC236}">
                <a16:creationId xmlns:a16="http://schemas.microsoft.com/office/drawing/2014/main" id="{E9BC6CCB-C3A5-4F3B-BCBE-6FEB14C6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3" name="compare-dim-1">
            <a:extLst xmlns:a="http://schemas.openxmlformats.org/drawingml/2006/main">
              <a:ext uri="{FF2B5EF4-FFF2-40B4-BE49-F238E27FC236}">
                <a16:creationId xmlns:a16="http://schemas.microsoft.com/office/drawing/2014/main" id="{32E2C89B-F890-426C-83DC-857467E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84" name="compare-openai-1">
            <a:extLst xmlns:a="http://schemas.openxmlformats.org/drawingml/2006/main">
              <a:ext uri="{FF2B5EF4-FFF2-40B4-BE49-F238E27FC236}">
                <a16:creationId xmlns:a16="http://schemas.microsoft.com/office/drawing/2014/main" id="{8A9AF004-D385-4F92-BE45-5FFE107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先建立主心智</a:t>
            </a:r>
          </a:p>
        </p:txBody>
      </p:sp>
      <p:sp>
        <p:nvSpPr>
          <p:cNvPr id="85" name="compare-claude-1">
            <a:extLst xmlns:a="http://schemas.openxmlformats.org/drawingml/2006/main">
              <a:ext uri="{FF2B5EF4-FFF2-40B4-BE49-F238E27FC236}">
                <a16:creationId xmlns:a16="http://schemas.microsoft.com/office/drawing/2014/main" id="{6457E9D8-ECAA-45E8-8112-9A04B567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横向映射</a:t>
            </a:r>
          </a:p>
        </p:txBody>
      </p:sp>
      <p:sp>
        <p:nvSpPr>
          <p:cNvPr id="86" name="compare-row-line-2">
            <a:extLst xmlns:a="http://schemas.openxmlformats.org/drawingml/2006/main">
              <a:ext uri="{FF2B5EF4-FFF2-40B4-BE49-F238E27FC236}">
                <a16:creationId xmlns:a16="http://schemas.microsoft.com/office/drawing/2014/main" id="{11902E5D-64C5-475E-BCE3-47BEEBB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7" name="compare-dim-2">
            <a:extLst xmlns:a="http://schemas.openxmlformats.org/drawingml/2006/main">
              <a:ext uri="{FF2B5EF4-FFF2-40B4-BE49-F238E27FC236}">
                <a16:creationId xmlns:a16="http://schemas.microsoft.com/office/drawing/2014/main" id="{29DE4F4E-B50D-4CB4-B8E2-E663972B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状态管理</a:t>
            </a:r>
          </a:p>
        </p:txBody>
      </p:sp>
      <p:sp>
        <p:nvSpPr>
          <p:cNvPr id="88" name="compare-openai-2">
            <a:extLst xmlns:a="http://schemas.openxmlformats.org/drawingml/2006/main">
              <a:ext uri="{FF2B5EF4-FFF2-40B4-BE49-F238E27FC236}">
                <a16:creationId xmlns:a16="http://schemas.microsoft.com/office/drawing/2014/main" id="{859A3A17-9C4C-4DE0-8AA0-0E91DD0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28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先建立主心智</a:t>
            </a:r>
          </a:p>
        </p:txBody>
      </p:sp>
      <p:sp>
        <p:nvSpPr>
          <p:cNvPr id="89" name="compare-claude-2">
            <a:extLst xmlns:a="http://schemas.openxmlformats.org/drawingml/2006/main">
              <a:ext uri="{FF2B5EF4-FFF2-40B4-BE49-F238E27FC236}">
                <a16:creationId xmlns:a16="http://schemas.microsoft.com/office/drawing/2014/main" id="{5B84B26A-F97A-4577-83E2-2532422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528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横向映射</a:t>
            </a:r>
          </a:p>
        </p:txBody>
      </p:sp>
      <p:sp>
        <p:nvSpPr>
          <p:cNvPr id="90" name="compare-row-line-3">
            <a:extLst xmlns:a="http://schemas.openxmlformats.org/drawingml/2006/main">
              <a:ext uri="{FF2B5EF4-FFF2-40B4-BE49-F238E27FC236}">
                <a16:creationId xmlns:a16="http://schemas.microsoft.com/office/drawing/2014/main" id="{1133B55F-4DAC-475B-A3D8-2772C3E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1" name="compare-dim-3">
            <a:extLst xmlns:a="http://schemas.openxmlformats.org/drawingml/2006/main">
              <a:ext uri="{FF2B5EF4-FFF2-40B4-BE49-F238E27FC236}">
                <a16:creationId xmlns:a16="http://schemas.microsoft.com/office/drawing/2014/main" id="{E9AD7984-2CF8-4FAD-9518-4188E447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MCP 支持</a:t>
            </a:r>
          </a:p>
        </p:txBody>
      </p:sp>
      <p:sp>
        <p:nvSpPr>
          <p:cNvPr id="92" name="compare-openai-3">
            <a:extLst xmlns:a="http://schemas.openxmlformats.org/drawingml/2006/main">
              <a:ext uri="{FF2B5EF4-FFF2-40B4-BE49-F238E27FC236}">
                <a16:creationId xmlns:a16="http://schemas.microsoft.com/office/drawing/2014/main" id="{6E2B396A-4848-4806-B1CF-D888C94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481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先建立主心智</a:t>
            </a:r>
          </a:p>
        </p:txBody>
      </p:sp>
      <p:sp>
        <p:nvSpPr>
          <p:cNvPr id="93" name="compare-claude-3">
            <a:extLst xmlns:a="http://schemas.openxmlformats.org/drawingml/2006/main">
              <a:ext uri="{FF2B5EF4-FFF2-40B4-BE49-F238E27FC236}">
                <a16:creationId xmlns:a16="http://schemas.microsoft.com/office/drawing/2014/main" id="{DBCB6579-C1D0-4B6A-8107-6281D1E9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481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重点验证</a:t>
            </a:r>
          </a:p>
        </p:txBody>
      </p:sp>
      <p:sp>
        <p:nvSpPr>
          <p:cNvPr id="94" name="compare-row-line-4">
            <a:extLst xmlns:a="http://schemas.openxmlformats.org/drawingml/2006/main">
              <a:ext uri="{FF2B5EF4-FFF2-40B4-BE49-F238E27FC236}">
                <a16:creationId xmlns:a16="http://schemas.microsoft.com/office/drawing/2014/main" id="{68C8B610-501A-47BF-BB49-799093D3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5" name="compare-dim-4">
            <a:extLst xmlns:a="http://schemas.openxmlformats.org/drawingml/2006/main">
              <a:ext uri="{FF2B5EF4-FFF2-40B4-BE49-F238E27FC236}">
                <a16:creationId xmlns:a16="http://schemas.microsoft.com/office/drawing/2014/main" id="{E7E7AB5F-7FD3-4CD2-AA19-97CA2D9F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43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Computer use</a:t>
            </a:r>
          </a:p>
        </p:txBody>
      </p:sp>
      <p:sp>
        <p:nvSpPr>
          <p:cNvPr id="96" name="compare-openai-4">
            <a:extLst xmlns:a="http://schemas.openxmlformats.org/drawingml/2006/main">
              <a:ext uri="{FF2B5EF4-FFF2-40B4-BE49-F238E27FC236}">
                <a16:creationId xmlns:a16="http://schemas.microsoft.com/office/drawing/2014/main" id="{CA51BB08-C227-4095-A2BE-82FD932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观察边界</a:t>
            </a:r>
          </a:p>
        </p:txBody>
      </p:sp>
      <p:sp>
        <p:nvSpPr>
          <p:cNvPr id="97" name="compare-claude-4">
            <a:extLst xmlns:a="http://schemas.openxmlformats.org/drawingml/2006/main">
              <a:ext uri="{FF2B5EF4-FFF2-40B4-BE49-F238E27FC236}">
                <a16:creationId xmlns:a16="http://schemas.microsoft.com/office/drawing/2014/main" id="{2C3CEDC4-AEC1-4686-B7F0-429189E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434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横向映射</a:t>
            </a:r>
          </a:p>
        </p:txBody>
      </p:sp>
      <p:sp>
        <p:nvSpPr>
          <p:cNvPr id="98" name="compare-row-line-5">
            <a:extLst xmlns:a="http://schemas.openxmlformats.org/drawingml/2006/main">
              <a:ext uri="{FF2B5EF4-FFF2-40B4-BE49-F238E27FC236}">
                <a16:creationId xmlns:a16="http://schemas.microsoft.com/office/drawing/2014/main" id="{916C6DC8-6EF4-4F5A-8AE7-FA5AB58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9" name="compare-dim-5">
            <a:extLst xmlns:a="http://schemas.openxmlformats.org/drawingml/2006/main">
              <a:ext uri="{FF2B5EF4-FFF2-40B4-BE49-F238E27FC236}">
                <a16:creationId xmlns:a16="http://schemas.microsoft.com/office/drawing/2014/main" id="{613E325A-CA54-4A37-B7AC-ECEE8CA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Tracing / Evals</a:t>
            </a:r>
          </a:p>
        </p:txBody>
      </p:sp>
      <p:sp>
        <p:nvSpPr>
          <p:cNvPr id="100" name="compare-openai-5">
            <a:extLst xmlns:a="http://schemas.openxmlformats.org/drawingml/2006/main">
              <a:ext uri="{FF2B5EF4-FFF2-40B4-BE49-F238E27FC236}">
                <a16:creationId xmlns:a16="http://schemas.microsoft.com/office/drawing/2014/main" id="{AB0CCD3F-C285-41AE-9892-A61A3169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38750"/>
            <a:ext cx="3381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观察边界</a:t>
            </a:r>
          </a:p>
        </p:txBody>
      </p:sp>
      <p:sp>
        <p:nvSpPr>
          <p:cNvPr id="101" name="compare-claude-5">
            <a:extLst xmlns:a="http://schemas.openxmlformats.org/drawingml/2006/main">
              <a:ext uri="{FF2B5EF4-FFF2-40B4-BE49-F238E27FC236}">
                <a16:creationId xmlns:a16="http://schemas.microsoft.com/office/drawing/2014/main" id="{C5AE3D97-FF77-4204-B898-3B88631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38750"/>
            <a:ext cx="4486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横向映射</a:t>
            </a:r>
          </a:p>
        </p:txBody>
      </p:sp>
      <p:sp>
        <p:nvSpPr>
          <p:cNvPr id="102" name="compare-deliverable">
            <a:extLst xmlns:a="http://schemas.openxmlformats.org/drawingml/2006/main">
              <a:ext uri="{FF2B5EF4-FFF2-40B4-BE49-F238E27FC236}">
                <a16:creationId xmlns:a16="http://schemas.microsoft.com/office/drawing/2014/main" id="{6FF18288-DD7D-4D9F-9962-1E1E85FE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阶段交付：OpenAI vs Claude 对比文档、Claude 版客服 Agent、最小 MCP server。</a:t>
            </a:r>
          </a:p>
        </p:txBody>
      </p:sp>
      <p:sp>
        <p:nvSpPr>
          <p:cNvPr id="103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38D6350E-2BD4-423B-9594-5E66F51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ECB5F17-42D8-49CB-9AE4-ECCB3A3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6189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29B31F-E827-4953-91A1-4C24550E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290842F-067D-4586-95B5-A7D7953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0960418-CBFB-44D3-8123-E4EE3C7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1EBB221-A283-416D-9EA7-6F96839D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1E8390C-F18B-4208-9670-537209ED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E7EFA2F-F144-47EA-97A7-2C17123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80AE856-3003-4127-9A51-7B8B2E2B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A915991-6307-419B-ABDF-B0B8FFB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3147729-B520-4C5F-BC63-FACB9E5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CD830EE-2E7A-4C62-8932-C6FCFBB9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A9AA25E-7192-45EE-B9F7-5DC66AA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6789735-67FD-48EB-B319-8C592537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B8FB91B-E6BD-478A-9700-E2F52D78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1A781DB-E90A-42EE-8AA6-AD9794C1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21F845E-A917-47DB-8412-F50AA10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ACC7562-E534-4E19-A4E7-CBD4DA6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635D5F4-995D-4AC3-BD25-02EA5DBB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4D4ECB9-DA80-491B-BBA1-EB5EE31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6B33941-615B-4648-9F80-E2D174F7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1903D0E-F106-4B71-B64B-ECF81E96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17785B4-1758-46BD-8D12-7D40AFC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16C6018-2F1A-431A-B537-9D1CD54A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97CA69B-6B10-493D-A916-665E7B5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067C505-BB5C-4AA3-81EA-338E29C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8485BB5-9755-4783-8789-CCB8C3A8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9FB8534-C2E2-4253-84DC-DB75750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8CB6A5A-B779-4E3B-B7AC-023ADEBB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16009F0-7FE2-4880-AF3E-12DE6DFF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9334821-EA0D-428F-AF8F-8FFA67A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64F74E4-14F9-42D9-A6E0-8FC8C53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6753D0B-C9C1-4CAD-BD7E-CB4B022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53E458E-66D5-4F36-AA19-029D5F2D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A33A0C4-473C-4DA5-A1FE-C87FCF8B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8A71F96-84F0-43DC-983A-A5EC8C0C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649D5D4-C9EF-487D-B6E3-D398ECCF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42DB6EF-088D-4260-BD88-2BEB77D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9AF1834-FAFE-4B6C-AF23-8993ADEF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D2EFE33-9970-4294-9EEB-F4F9F7E4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FE24A08-C1CD-43EE-BF5A-4F61242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2CE3BD8-583F-445E-8C35-989DF09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65ACF0B-2C16-49D7-B9A0-7C8CCA2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65A4B0E-5381-464A-936D-6879607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CC96E42-E61F-4F3C-B7A6-434A8518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FF91D5D-2912-401D-84E0-4AEE279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A8504D8-E32A-4803-B945-1400934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A3DCB43-2755-422E-9E17-BF529C54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53397A1-2864-49CC-AF36-D1CB2A94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A94010A-3035-485E-904C-74307DD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4519D85-BE5C-4F26-9DB5-3BC4AF20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283BCD7-F487-40E1-80BB-E22BC8E7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B27B111-4CB7-48C5-B6FD-B3F5FB8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C7BBEC08-FCBB-41CF-B923-1EDBF12E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B19B1FE-007E-4C3B-B735-0C44C30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BCF2B7F-461D-4C21-B4E1-444BA38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5D41B76-D171-48DF-9167-CC76F7AE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518B99C-239D-44B5-BFDB-3D33BF7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EF9D354-E3FE-484D-A6A2-093D8EA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A6D17D2-2FD8-462B-A8A2-3AC2BD6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A1C0409-4EAD-4340-8E92-87B0988A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5A70571-8669-4588-9F49-4D09B03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A9C1AC43-3621-4767-8BD5-F3BB43EB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6019B07-2B97-4980-8904-1C430846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282059A-E56A-4132-951F-289537F2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5A2651B-4FB9-4DCC-9E45-AC5624B5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FE5D890-CDFA-4E9C-8252-DFEC231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2FAC21AF-532F-4ED5-84DF-653863BA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36A1DC9F-925D-4846-B129-1C64DC43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8C96A5-517D-4893-AC78-EF98C69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REALITY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5AA1D-F739-4227-B9F0-AE5D561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3：离开 demo，进入真实系统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B7656-0103-4D1E-91EC-507F6F9A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会调用 SDK 不等于会做 Agent 系统；真实系统里才有状态、权限、失败和成本。</a:t>
            </a:r>
          </a:p>
        </p:txBody>
      </p:sp>
      <p:sp>
        <p:nvSpPr>
          <p:cNvPr id="71" name="scenario-panel">
            <a:extLst xmlns:a="http://schemas.openxmlformats.org/drawingml/2006/main">
              <a:ext uri="{FF2B5EF4-FFF2-40B4-BE49-F238E27FC236}">
                <a16:creationId xmlns:a16="http://schemas.microsoft.com/office/drawing/2014/main" id="{1F46C925-1FD1-4F03-A5FE-318E536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scenario-title">
            <a:extLst xmlns:a="http://schemas.openxmlformats.org/drawingml/2006/main">
              <a:ext uri="{FF2B5EF4-FFF2-40B4-BE49-F238E27FC236}">
                <a16:creationId xmlns:a16="http://schemas.microsoft.com/office/drawing/2014/main" id="{CF5C28CA-CB1D-4401-A8F6-FC959CBB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优先调研场景</a:t>
            </a:r>
          </a:p>
        </p:txBody>
      </p:sp>
      <p:sp>
        <p:nvSpPr>
          <p:cNvPr id="73" name="scenario-center">
            <a:extLst xmlns:a="http://schemas.openxmlformats.org/drawingml/2006/main">
              <a:ext uri="{FF2B5EF4-FFF2-40B4-BE49-F238E27FC236}">
                <a16:creationId xmlns:a16="http://schemas.microsoft.com/office/drawing/2014/main" id="{048EC4F3-1A03-495C-8D14-09483FF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90950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4" name="scenario-center-1">
            <a:extLst xmlns:a="http://schemas.openxmlformats.org/drawingml/2006/main">
              <a:ext uri="{FF2B5EF4-FFF2-40B4-BE49-F238E27FC236}">
                <a16:creationId xmlns:a16="http://schemas.microsoft.com/office/drawing/2014/main" id="{48EB155F-7ABF-4CD1-B39C-0A4D207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</a:t>
            </a:r>
          </a:p>
        </p:txBody>
      </p:sp>
      <p:sp>
        <p:nvSpPr>
          <p:cNvPr id="75" name="scenario-center-2">
            <a:extLst xmlns:a="http://schemas.openxmlformats.org/drawingml/2006/main">
              <a:ext uri="{FF2B5EF4-FFF2-40B4-BE49-F238E27FC236}">
                <a16:creationId xmlns:a16="http://schemas.microsoft.com/office/drawing/2014/main" id="{B4E1BE19-FCFE-452C-95C6-5447C97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338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76" name="scenario-link-0">
            <a:extLst xmlns:a="http://schemas.openxmlformats.org/drawingml/2006/main">
              <a:ext uri="{FF2B5EF4-FFF2-40B4-BE49-F238E27FC236}">
                <a16:creationId xmlns:a16="http://schemas.microsoft.com/office/drawing/2014/main" id="{A8A672B2-C900-4CCD-BC10-0B4D013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38500"/>
            <a:ext cx="61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7" name="scenario-chip-0">
            <a:extLst xmlns:a="http://schemas.openxmlformats.org/drawingml/2006/main">
              <a:ext uri="{FF2B5EF4-FFF2-40B4-BE49-F238E27FC236}">
                <a16:creationId xmlns:a16="http://schemas.microsoft.com/office/drawing/2014/main" id="{0E19E06E-E5DE-4566-9A33-CE8C8F64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8" name="scenario-chip-0-text">
            <a:extLst xmlns:a="http://schemas.openxmlformats.org/drawingml/2006/main">
              <a:ext uri="{FF2B5EF4-FFF2-40B4-BE49-F238E27FC236}">
                <a16:creationId xmlns:a16="http://schemas.microsoft.com/office/drawing/2014/main" id="{079B9FBC-B0C8-4952-89DD-3EB43771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投研资料</a:t>
            </a:r>
          </a:p>
        </p:txBody>
      </p:sp>
      <p:sp>
        <p:nvSpPr>
          <p:cNvPr id="79" name="scenario-link-1">
            <a:extLst xmlns:a="http://schemas.openxmlformats.org/drawingml/2006/main">
              <a:ext uri="{FF2B5EF4-FFF2-40B4-BE49-F238E27FC236}">
                <a16:creationId xmlns:a16="http://schemas.microsoft.com/office/drawing/2014/main" id="{263296B4-E73B-4AC6-BC3A-4FB08D00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19500"/>
            <a:ext cx="110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0" name="scenario-chip-1">
            <a:extLst xmlns:a="http://schemas.openxmlformats.org/drawingml/2006/main">
              <a:ext uri="{FF2B5EF4-FFF2-40B4-BE49-F238E27FC236}">
                <a16:creationId xmlns:a16="http://schemas.microsoft.com/office/drawing/2014/main" id="{E03E97C3-8A9B-49C3-8CCE-8091225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81" name="scenario-chip-1-text">
            <a:extLst xmlns:a="http://schemas.openxmlformats.org/drawingml/2006/main">
              <a:ext uri="{FF2B5EF4-FFF2-40B4-BE49-F238E27FC236}">
                <a16:creationId xmlns:a16="http://schemas.microsoft.com/office/drawing/2014/main" id="{8CE45B29-3B81-4B41-B3AC-5183009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86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合同审查</a:t>
            </a:r>
          </a:p>
        </p:txBody>
      </p:sp>
      <p:sp>
        <p:nvSpPr>
          <p:cNvPr id="82" name="scenario-link-2">
            <a:extLst xmlns:a="http://schemas.openxmlformats.org/drawingml/2006/main">
              <a:ext uri="{FF2B5EF4-FFF2-40B4-BE49-F238E27FC236}">
                <a16:creationId xmlns:a16="http://schemas.microsoft.com/office/drawing/2014/main" id="{45DD2351-2ED1-4F46-8056-D1F7FCE9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05300"/>
            <a:ext cx="1304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3" name="scenario-chip-2">
            <a:extLst xmlns:a="http://schemas.openxmlformats.org/drawingml/2006/main">
              <a:ext uri="{FF2B5EF4-FFF2-40B4-BE49-F238E27FC236}">
                <a16:creationId xmlns:a16="http://schemas.microsoft.com/office/drawing/2014/main" id="{62878A87-2C80-4F16-8FE1-3BC798B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4" name="scenario-chip-2-text">
            <a:extLst xmlns:a="http://schemas.openxmlformats.org/drawingml/2006/main">
              <a:ext uri="{FF2B5EF4-FFF2-40B4-BE49-F238E27FC236}">
                <a16:creationId xmlns:a16="http://schemas.microsoft.com/office/drawing/2014/main" id="{E46A4150-8769-4555-B2F8-47E8557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529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客服售后</a:t>
            </a:r>
          </a:p>
        </p:txBody>
      </p:sp>
      <p:sp>
        <p:nvSpPr>
          <p:cNvPr id="85" name="scenario-link-3">
            <a:extLst xmlns:a="http://schemas.openxmlformats.org/drawingml/2006/main">
              <a:ext uri="{FF2B5EF4-FFF2-40B4-BE49-F238E27FC236}">
                <a16:creationId xmlns:a16="http://schemas.microsoft.com/office/drawing/2014/main" id="{516B056C-76C4-435D-A199-4CDB0A0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05300"/>
            <a:ext cx="98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6" name="scenario-chip-3">
            <a:extLst xmlns:a="http://schemas.openxmlformats.org/drawingml/2006/main">
              <a:ext uri="{FF2B5EF4-FFF2-40B4-BE49-F238E27FC236}">
                <a16:creationId xmlns:a16="http://schemas.microsoft.com/office/drawing/2014/main" id="{F8F924F2-317D-42B7-B08F-5F07559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87" name="scenario-chip-3-text">
            <a:extLst xmlns:a="http://schemas.openxmlformats.org/drawingml/2006/main">
              <a:ext uri="{FF2B5EF4-FFF2-40B4-BE49-F238E27FC236}">
                <a16:creationId xmlns:a16="http://schemas.microsoft.com/office/drawing/2014/main" id="{8A0EB631-8BF4-4280-8670-F07F537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企业知识库</a:t>
            </a:r>
          </a:p>
        </p:txBody>
      </p:sp>
      <p:sp>
        <p:nvSpPr>
          <p:cNvPr id="88" name="scenario-link-4">
            <a:extLst xmlns:a="http://schemas.openxmlformats.org/drawingml/2006/main">
              <a:ext uri="{FF2B5EF4-FFF2-40B4-BE49-F238E27FC236}">
                <a16:creationId xmlns:a16="http://schemas.microsoft.com/office/drawing/2014/main" id="{1D0F9F54-3007-4600-8CD0-BFAA057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05300"/>
            <a:ext cx="62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9" name="scenario-chip-4">
            <a:extLst xmlns:a="http://schemas.openxmlformats.org/drawingml/2006/main">
              <a:ext uri="{FF2B5EF4-FFF2-40B4-BE49-F238E27FC236}">
                <a16:creationId xmlns:a16="http://schemas.microsoft.com/office/drawing/2014/main" id="{C67CB928-8E1D-4A2B-AE1A-58BE668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006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90" name="scenario-chip-4-text">
            <a:extLst xmlns:a="http://schemas.openxmlformats.org/drawingml/2006/main">
              <a:ext uri="{FF2B5EF4-FFF2-40B4-BE49-F238E27FC236}">
                <a16:creationId xmlns:a16="http://schemas.microsoft.com/office/drawing/2014/main" id="{B27AA3DC-DB02-4352-A064-475DFAE0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578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工单流转</a:t>
            </a:r>
          </a:p>
        </p:txBody>
      </p:sp>
      <p:sp>
        <p:nvSpPr>
          <p:cNvPr id="91" name="scenario-link-5">
            <a:extLst xmlns:a="http://schemas.openxmlformats.org/drawingml/2006/main">
              <a:ext uri="{FF2B5EF4-FFF2-40B4-BE49-F238E27FC236}">
                <a16:creationId xmlns:a16="http://schemas.microsoft.com/office/drawing/2014/main" id="{0341EB60-F6B9-458F-8961-6BBC3EF4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2" name="scenario-chip-5">
            <a:extLst xmlns:a="http://schemas.openxmlformats.org/drawingml/2006/main">
              <a:ext uri="{FF2B5EF4-FFF2-40B4-BE49-F238E27FC236}">
                <a16:creationId xmlns:a16="http://schemas.microsoft.com/office/drawing/2014/main" id="{4F40C8CD-1C51-4451-B430-DEC69103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3" name="scenario-chip-5-text">
            <a:extLst xmlns:a="http://schemas.openxmlformats.org/drawingml/2006/main">
              <a:ext uri="{FF2B5EF4-FFF2-40B4-BE49-F238E27FC236}">
                <a16:creationId xmlns:a16="http://schemas.microsoft.com/office/drawing/2014/main" id="{85083397-AD74-4D5F-BFFC-D97B0855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代码审查</a:t>
            </a:r>
          </a:p>
        </p:txBody>
      </p:sp>
      <p:sp>
        <p:nvSpPr>
          <p:cNvPr id="94" name="scenario-link-6">
            <a:extLst xmlns:a="http://schemas.openxmlformats.org/drawingml/2006/main">
              <a:ext uri="{FF2B5EF4-FFF2-40B4-BE49-F238E27FC236}">
                <a16:creationId xmlns:a16="http://schemas.microsoft.com/office/drawing/2014/main" id="{901CBBBD-16C8-43CE-972B-3A1F76F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05300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5" name="scenario-chip-6">
            <a:extLst xmlns:a="http://schemas.openxmlformats.org/drawingml/2006/main">
              <a:ext uri="{FF2B5EF4-FFF2-40B4-BE49-F238E27FC236}">
                <a16:creationId xmlns:a16="http://schemas.microsoft.com/office/drawing/2014/main" id="{49293074-6B89-4037-A933-AC0C695D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96" name="scenario-chip-6-text">
            <a:extLst xmlns:a="http://schemas.openxmlformats.org/drawingml/2006/main">
              <a:ext uri="{FF2B5EF4-FFF2-40B4-BE49-F238E27FC236}">
                <a16:creationId xmlns:a16="http://schemas.microsoft.com/office/drawing/2014/main" id="{0D75CB35-AF99-48FE-8297-308E14C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浏览器自动化</a:t>
            </a:r>
          </a:p>
        </p:txBody>
      </p:sp>
      <p:sp>
        <p:nvSpPr>
          <p:cNvPr id="97" name="scenario-link-7">
            <a:extLst xmlns:a="http://schemas.openxmlformats.org/drawingml/2006/main">
              <a:ext uri="{FF2B5EF4-FFF2-40B4-BE49-F238E27FC236}">
                <a16:creationId xmlns:a16="http://schemas.microsoft.com/office/drawing/2014/main" id="{19E5F63E-6591-4A01-AA84-FC05DBB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8" name="scenario-chip-7">
            <a:extLst xmlns:a="http://schemas.openxmlformats.org/drawingml/2006/main">
              <a:ext uri="{FF2B5EF4-FFF2-40B4-BE49-F238E27FC236}">
                <a16:creationId xmlns:a16="http://schemas.microsoft.com/office/drawing/2014/main" id="{1271E9FC-9C32-4D42-A83A-D420992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9" name="scenario-chip-7-text">
            <a:extLst xmlns:a="http://schemas.openxmlformats.org/drawingml/2006/main">
              <a:ext uri="{FF2B5EF4-FFF2-40B4-BE49-F238E27FC236}">
                <a16:creationId xmlns:a16="http://schemas.microsoft.com/office/drawing/2014/main" id="{422C9AFF-407D-4F8B-BAF9-7FE5CE1A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数据报表</a:t>
            </a:r>
          </a:p>
        </p:txBody>
      </p:sp>
      <p:sp>
        <p:nvSpPr>
          <p:cNvPr id="100" name="funnel-panel">
            <a:extLst xmlns:a="http://schemas.openxmlformats.org/drawingml/2006/main">
              <a:ext uri="{FF2B5EF4-FFF2-40B4-BE49-F238E27FC236}">
                <a16:creationId xmlns:a16="http://schemas.microsoft.com/office/drawing/2014/main" id="{E2E6D38C-23BB-414E-AF52-91B1A4E4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19300"/>
            <a:ext cx="4333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1" name="funnel-title">
            <a:extLst xmlns:a="http://schemas.openxmlformats.org/drawingml/2006/main">
              <a:ext uri="{FF2B5EF4-FFF2-40B4-BE49-F238E27FC236}">
                <a16:creationId xmlns:a16="http://schemas.microsoft.com/office/drawing/2014/main" id="{431254DD-3984-4E90-9D0D-1E29FEEB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开源项目筛选漏斗</a:t>
            </a:r>
          </a:p>
        </p:txBody>
      </p:sp>
      <p:sp>
        <p:nvSpPr>
          <p:cNvPr id="102" name="funnel-0">
            <a:extLst xmlns:a="http://schemas.openxmlformats.org/drawingml/2006/main">
              <a:ext uri="{FF2B5EF4-FFF2-40B4-BE49-F238E27FC236}">
                <a16:creationId xmlns:a16="http://schemas.microsoft.com/office/drawing/2014/main" id="{9D8137A9-5A77-4E97-8640-2084EDC7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57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3" name="funnel-label-0">
            <a:extLst xmlns:a="http://schemas.openxmlformats.org/drawingml/2006/main">
              <a:ext uri="{FF2B5EF4-FFF2-40B4-BE49-F238E27FC236}">
                <a16:creationId xmlns:a16="http://schemas.microsoft.com/office/drawing/2014/main" id="{FD337681-89E7-45B2-B0A7-6AA0A4E7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候选项目</a:t>
            </a:r>
          </a:p>
        </p:txBody>
      </p:sp>
      <p:sp>
        <p:nvSpPr>
          <p:cNvPr id="104" name="funnel-down-0">
            <a:extLst xmlns:a="http://schemas.openxmlformats.org/drawingml/2006/main">
              <a:ext uri="{FF2B5EF4-FFF2-40B4-BE49-F238E27FC236}">
                <a16:creationId xmlns:a16="http://schemas.microsoft.com/office/drawing/2014/main" id="{F17479CB-007F-4971-B14B-511F6C95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5" name="funnel-1">
            <a:extLst xmlns:a="http://schemas.openxmlformats.org/drawingml/2006/main">
              <a:ext uri="{FF2B5EF4-FFF2-40B4-BE49-F238E27FC236}">
                <a16:creationId xmlns:a16="http://schemas.microsoft.com/office/drawing/2014/main" id="{23A3D844-8E22-4A47-B5F0-FE0B2C72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6" name="funnel-label-1">
            <a:extLst xmlns:a="http://schemas.openxmlformats.org/drawingml/2006/main">
              <a:ext uri="{FF2B5EF4-FFF2-40B4-BE49-F238E27FC236}">
                <a16:creationId xmlns:a16="http://schemas.microsoft.com/office/drawing/2014/main" id="{971EEA57-1AB5-4AE6-89AA-A804E270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能本地运行</a:t>
            </a:r>
          </a:p>
        </p:txBody>
      </p:sp>
      <p:sp>
        <p:nvSpPr>
          <p:cNvPr id="107" name="funnel-down-1">
            <a:extLst xmlns:a="http://schemas.openxmlformats.org/drawingml/2006/main">
              <a:ext uri="{FF2B5EF4-FFF2-40B4-BE49-F238E27FC236}">
                <a16:creationId xmlns:a16="http://schemas.microsoft.com/office/drawing/2014/main" id="{864EA6CD-D662-4DC5-96D8-B2DA970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862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8" name="funnel-2">
            <a:extLst xmlns:a="http://schemas.openxmlformats.org/drawingml/2006/main">
              <a:ext uri="{FF2B5EF4-FFF2-40B4-BE49-F238E27FC236}">
                <a16:creationId xmlns:a16="http://schemas.microsoft.com/office/drawing/2014/main" id="{FE8BDAB4-73CC-460B-9782-DFD1D49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13" y="41148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9" name="funnel-label-2">
            <a:extLst xmlns:a="http://schemas.openxmlformats.org/drawingml/2006/main">
              <a:ext uri="{FF2B5EF4-FFF2-40B4-BE49-F238E27FC236}">
                <a16:creationId xmlns:a16="http://schemas.microsoft.com/office/drawing/2014/main" id="{E78C554B-F2A1-49CB-A6A9-C5C6962A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13" y="4229100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042"/>
                </a:solidFill>
                <a:latin typeface="Microsoft YaHei"/>
                <a:ea typeface="Microsoft YaHei"/>
                <a:cs typeface="Microsoft YaHei"/>
              </a:rPr>
              <a:t>有状态 / 工具 / 日志</a:t>
            </a:r>
          </a:p>
        </p:txBody>
      </p:sp>
      <p:sp>
        <p:nvSpPr>
          <p:cNvPr id="110" name="funnel-down-2">
            <a:extLst xmlns:a="http://schemas.openxmlformats.org/drawingml/2006/main">
              <a:ext uri="{FF2B5EF4-FFF2-40B4-BE49-F238E27FC236}">
                <a16:creationId xmlns:a16="http://schemas.microsoft.com/office/drawing/2014/main" id="{EE28FDAD-E954-4A43-ACF8-73174FA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148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1" name="funnel-3">
            <a:extLst xmlns:a="http://schemas.openxmlformats.org/drawingml/2006/main">
              <a:ext uri="{FF2B5EF4-FFF2-40B4-BE49-F238E27FC236}">
                <a16:creationId xmlns:a16="http://schemas.microsoft.com/office/drawing/2014/main" id="{BBF6D03B-18BD-4DDE-BB1E-725B83C4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434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2" name="funnel-label-3">
            <a:extLst xmlns:a="http://schemas.openxmlformats.org/drawingml/2006/main">
              <a:ext uri="{FF2B5EF4-FFF2-40B4-BE49-F238E27FC236}">
                <a16:creationId xmlns:a16="http://schemas.microsoft.com/office/drawing/2014/main" id="{80626E81-FA4D-4487-9D8C-C1F0351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57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值得复刻</a:t>
            </a:r>
          </a:p>
        </p:txBody>
      </p:sp>
      <p:sp>
        <p:nvSpPr>
          <p:cNvPr id="113" name="funnel-note">
            <a:extLst xmlns:a="http://schemas.openxmlformats.org/drawingml/2006/main">
              <a:ext uri="{FF2B5EF4-FFF2-40B4-BE49-F238E27FC236}">
                <a16:creationId xmlns:a16="http://schemas.microsoft.com/office/drawing/2014/main" id="{0CCB7663-60F0-46C3-A0FE-F979E00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看真实工具调用、状态管理、trace/eval、权限审批、维护活跃度。</a:t>
            </a:r>
          </a:p>
        </p:txBody>
      </p:sp>
      <p:sp>
        <p:nvSpPr>
          <p:cNvPr id="114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C5E14DE1-8F43-4078-9A7F-3F4BA59B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B07643F-A04E-44A3-88B7-3474647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7219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4512B86-8209-4A1A-AF34-61E7EA51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E630EEE-03C6-4618-B758-BFC1B050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9B2C6B7-525D-4DBF-8BA8-4787603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633EAB8-065A-42D8-A90F-745A9DF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C71D1C4-ABA9-4672-8A23-FD70932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459121E-5C00-4F77-BE34-8860229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81C55E5-605B-48A6-BF9B-0195F7C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DF58342-732F-4FAB-A81A-0E24A00A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185E3FD-5F93-495D-9C17-03D51E17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394551B-A1B5-40A8-BA1A-25B8A611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DDCDBCE-90A5-49A6-BC41-FF95697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49E11D6-2372-447D-9A05-E6AE601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F2800BC3-1736-4F12-937C-0871092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3B66A01-0089-405A-A987-A557638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51690C5-4D3E-45A9-81AB-014F42A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39EE76A-8B53-4B26-B01C-B54AAFF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F91E644-278F-4535-B1AF-FE8C157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847AC776-B3E4-4396-8DFA-1885917A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E88FC79-ECAF-4A1B-85D6-82527F1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68534218-741C-41C9-97E2-09EE6E3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376AF75-87B8-421E-ADAE-EF7FB07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29A877E-43A7-4F75-842F-6C27C9B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20314050-CA8F-4438-93A1-4D267737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25BA888-08F2-47EF-821A-7FF1CA1D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26C8555-9BD7-46A9-BD7E-342E624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034FDFD-1F5B-4F97-8656-E345021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420BCDA7-4380-4CA7-94F2-2AB72C2F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5A7BE27-3633-4395-AA64-0E97D2B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EAAF9217-1CDD-45DF-AFA5-B3C60D7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7670D6B1-8574-4FB6-8260-DA054B1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9F85626D-A88A-4EB4-BF27-F0245A1A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EB27A0A-9417-42E0-B28B-89CC47D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3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C2A6BBA9-321E-4A4C-A2A4-F8F03DA8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4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151CAE4E-16E1-4729-985C-38CE644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5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21085B6-6A81-4DA7-B164-620D0D7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6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3E85AD7-976E-4F57-8F63-4E84C36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7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B53B9977-F70C-44D1-8C5D-221CA98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8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DE85C76C-9DC5-4802-9ABF-6A6AD95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39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301F15D6-38AF-42F7-B5D8-B7BE6117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0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5904F5C0-B9C4-4736-A2DB-95F155A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1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A31AE0BE-268B-4E3D-9A93-55003B0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2" name="background-grid-v">
            <a:extLst xmlns:a="http://schemas.openxmlformats.org/drawingml/2006/main">
              <a:ext uri="{FF2B5EF4-FFF2-40B4-BE49-F238E27FC236}">
                <a16:creationId xmlns:a16="http://schemas.microsoft.com/office/drawing/2014/main" id="{09A05D55-30C6-42BB-A91F-19F9406A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6E3E9A1-AB94-481E-8B68-F8890AC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7C66F89-BD74-46E3-BF92-1DB51358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3C6385A-099E-43A5-9AC0-816BF75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31169BC-D541-4FE0-8A3A-83C1D9D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498FE674-89F0-45E3-B4A0-7A83446C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FE5D9C02-703C-41C6-9E1E-9FF0F7F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4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DCD57C9-DFE1-4CC0-90E9-46656E6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299EEF74-3C6B-4530-95E3-A16C836B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1F88532-7E8C-4017-8E80-D7B81E8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3D76480-6F49-4AA7-BA74-9170F95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DAEB4283-4CC6-4BA8-AF0A-693C102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907E1552-40CE-4E2A-94E9-E1E89D6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E42317B9-6A8C-4FA2-AD5F-81DE6D4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6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7C03361-60FD-48E7-A8AA-70689BD8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7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30820D03-4DCE-43BF-ABD5-B9AACD20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8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1412E07B-51B6-4BC6-B77F-73D3EF20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59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67CC74ED-D374-40BF-B333-71DC0A1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0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8419AC8D-00A9-4C24-A4BA-4832B9E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1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DF7D24F-02DD-4544-9B71-008A8A7F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2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7F755695-D107-439A-9206-9F5825B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3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FEE1450-A1FC-4228-BC00-DD6FAFA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4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51BB0805-5B93-4507-B2B4-6F800CCD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5" name="background-grid-h">
            <a:extLst xmlns:a="http://schemas.openxmlformats.org/drawingml/2006/main">
              <a:ext uri="{FF2B5EF4-FFF2-40B4-BE49-F238E27FC236}">
                <a16:creationId xmlns:a16="http://schemas.microsoft.com/office/drawing/2014/main" id="{03A83EA9-A630-4AD8-B854-4EEE9424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66" name="kicker-number-bg">
            <a:extLst xmlns:a="http://schemas.openxmlformats.org/drawingml/2006/main">
              <a:ext uri="{FF2B5EF4-FFF2-40B4-BE49-F238E27FC236}">
                <a16:creationId xmlns:a16="http://schemas.microsoft.com/office/drawing/2014/main" id="{2ABE5F4B-75C9-4467-AB91-5D318E1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7" name="kicker-number">
            <a:extLst xmlns:a="http://schemas.openxmlformats.org/drawingml/2006/main">
              <a:ext uri="{FF2B5EF4-FFF2-40B4-BE49-F238E27FC236}">
                <a16:creationId xmlns:a16="http://schemas.microsoft.com/office/drawing/2014/main" id="{F6D240F2-6743-470A-80F1-2F9E808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29DC20-9472-4662-B1D5-5C7A30C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OPERATING MODEL</a:t>
            </a:r>
          </a:p>
        </p:txBody>
      </p:sp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78A1A-1EDD-4CC5-ACAD-735996C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每个主题都必须留下证据链</a:t>
            </a:r>
          </a:p>
        </p:txBody>
      </p:sp>
      <p:sp>
        <p:nvSpPr>
          <p:cNvPr id="7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056C5B-441B-4AC4-9044-5458C714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Fieldbook 的价值不在学了多少资料，而在可复查、可运行、可判断。</a:t>
            </a:r>
          </a:p>
        </p:txBody>
      </p:sp>
      <p:sp>
        <p:nvSpPr>
          <p:cNvPr id="71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49E429BA-F977-4F8C-869D-2B585F0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5816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A0E4242-5053-453A-9632-F0E1A6C7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73" name="loop-chip-0">
            <a:extLst xmlns:a="http://schemas.openxmlformats.org/drawingml/2006/main">
              <a:ext uri="{FF2B5EF4-FFF2-40B4-BE49-F238E27FC236}">
                <a16:creationId xmlns:a16="http://schemas.microsoft.com/office/drawing/2014/main" id="{49336FDD-B56E-4652-B0C0-BEF5EF9F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4" name="loop-chip-0-text">
            <a:extLst xmlns:a="http://schemas.openxmlformats.org/drawingml/2006/main">
              <a:ext uri="{FF2B5EF4-FFF2-40B4-BE49-F238E27FC236}">
                <a16:creationId xmlns:a16="http://schemas.microsoft.com/office/drawing/2014/main" id="{CE78A7F4-F391-4CAF-A5FB-228907AA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75" name="loop-chip-1">
            <a:extLst xmlns:a="http://schemas.openxmlformats.org/drawingml/2006/main">
              <a:ext uri="{FF2B5EF4-FFF2-40B4-BE49-F238E27FC236}">
                <a16:creationId xmlns:a16="http://schemas.microsoft.com/office/drawing/2014/main" id="{79635293-025B-4139-8C91-88B728B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6" name="loop-chip-1-text">
            <a:extLst xmlns:a="http://schemas.openxmlformats.org/drawingml/2006/main">
              <a:ext uri="{FF2B5EF4-FFF2-40B4-BE49-F238E27FC236}">
                <a16:creationId xmlns:a16="http://schemas.microsoft.com/office/drawing/2014/main" id="{08367AB8-88E1-4400-99E6-DD6518C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笔记</a:t>
            </a:r>
          </a:p>
        </p:txBody>
      </p:sp>
      <p:sp>
        <p:nvSpPr>
          <p:cNvPr id="77" name="loop-chip-2">
            <a:extLst xmlns:a="http://schemas.openxmlformats.org/drawingml/2006/main">
              <a:ext uri="{FF2B5EF4-FFF2-40B4-BE49-F238E27FC236}">
                <a16:creationId xmlns:a16="http://schemas.microsoft.com/office/drawing/2014/main" id="{A9306D7B-6AC1-4BFA-8EF9-B7BE648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8" name="loop-chip-2-text">
            <a:extLst xmlns:a="http://schemas.openxmlformats.org/drawingml/2006/main">
              <a:ext uri="{FF2B5EF4-FFF2-40B4-BE49-F238E27FC236}">
                <a16:creationId xmlns:a16="http://schemas.microsoft.com/office/drawing/2014/main" id="{9E50DEE6-57F8-4C4D-9A9A-03BC775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19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79" name="loop-chip-3">
            <a:extLst xmlns:a="http://schemas.openxmlformats.org/drawingml/2006/main">
              <a:ext uri="{FF2B5EF4-FFF2-40B4-BE49-F238E27FC236}">
                <a16:creationId xmlns:a16="http://schemas.microsoft.com/office/drawing/2014/main" id="{54B4D591-0B69-431E-AAE8-987E9C47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80" name="loop-chip-3-text">
            <a:extLst xmlns:a="http://schemas.openxmlformats.org/drawingml/2006/main">
              <a:ext uri="{FF2B5EF4-FFF2-40B4-BE49-F238E27FC236}">
                <a16:creationId xmlns:a16="http://schemas.microsoft.com/office/drawing/2014/main" id="{D666AC44-6EA0-410D-8CC9-C58A8DD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149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81" name="loop-chip-4">
            <a:extLst xmlns:a="http://schemas.openxmlformats.org/drawingml/2006/main">
              <a:ext uri="{FF2B5EF4-FFF2-40B4-BE49-F238E27FC236}">
                <a16:creationId xmlns:a16="http://schemas.microsoft.com/office/drawing/2014/main" id="{0566F1DC-BE2D-4166-B2BD-18F75B54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2" name="loop-chip-4-text">
            <a:extLst xmlns:a="http://schemas.openxmlformats.org/drawingml/2006/main">
              <a:ext uri="{FF2B5EF4-FFF2-40B4-BE49-F238E27FC236}">
                <a16:creationId xmlns:a16="http://schemas.microsoft.com/office/drawing/2014/main" id="{BB4FC687-32A5-430C-A3A4-72DA91A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96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83" name="loop-chip-5">
            <a:extLst xmlns:a="http://schemas.openxmlformats.org/drawingml/2006/main">
              <a:ext uri="{FF2B5EF4-FFF2-40B4-BE49-F238E27FC236}">
                <a16:creationId xmlns:a16="http://schemas.microsoft.com/office/drawing/2014/main" id="{BF195787-7315-402D-B7C3-6AA69F61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84" name="loop-chip-5-text">
            <a:extLst xmlns:a="http://schemas.openxmlformats.org/drawingml/2006/main">
              <a:ext uri="{FF2B5EF4-FFF2-40B4-BE49-F238E27FC236}">
                <a16:creationId xmlns:a16="http://schemas.microsoft.com/office/drawing/2014/main" id="{DEBFD8D8-E74E-41EE-A2DA-6F53535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路线更新</a:t>
            </a:r>
          </a:p>
        </p:txBody>
      </p:sp>
      <p:sp>
        <p:nvSpPr>
          <p:cNvPr id="85" name="loop-line-top">
            <a:extLst xmlns:a="http://schemas.openxmlformats.org/drawingml/2006/main">
              <a:ext uri="{FF2B5EF4-FFF2-40B4-BE49-F238E27FC236}">
                <a16:creationId xmlns:a16="http://schemas.microsoft.com/office/drawing/2014/main" id="{FD6B8812-72BE-4643-A294-4DFB7D7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81425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6" name="loop-arrow-top">
            <a:extLst xmlns:a="http://schemas.openxmlformats.org/drawingml/2006/main">
              <a:ext uri="{FF2B5EF4-FFF2-40B4-BE49-F238E27FC236}">
                <a16:creationId xmlns:a16="http://schemas.microsoft.com/office/drawing/2014/main" id="{EAAD820E-EDA4-47C9-B7B2-D2042D2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87" name="loop-line-right">
            <a:extLst xmlns:a="http://schemas.openxmlformats.org/drawingml/2006/main">
              <a:ext uri="{FF2B5EF4-FFF2-40B4-BE49-F238E27FC236}">
                <a16:creationId xmlns:a16="http://schemas.microsoft.com/office/drawing/2014/main" id="{A6BAD738-2887-4ECF-9A5F-7CB9FFA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2430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8" name="loop-arrow-right">
            <a:extLst xmlns:a="http://schemas.openxmlformats.org/drawingml/2006/main">
              <a:ext uri="{FF2B5EF4-FFF2-40B4-BE49-F238E27FC236}">
                <a16:creationId xmlns:a16="http://schemas.microsoft.com/office/drawing/2014/main" id="{F9A88B8E-649B-4E92-BCE9-16636A8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89" name="loop-line-bottom">
            <a:extLst xmlns:a="http://schemas.openxmlformats.org/drawingml/2006/main">
              <a:ext uri="{FF2B5EF4-FFF2-40B4-BE49-F238E27FC236}">
                <a16:creationId xmlns:a16="http://schemas.microsoft.com/office/drawing/2014/main" id="{1C21D2AE-7100-47AD-8159-4AB18CE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14975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0" name="loop-arrow-bottom">
            <a:extLst xmlns:a="http://schemas.openxmlformats.org/drawingml/2006/main">
              <a:ext uri="{FF2B5EF4-FFF2-40B4-BE49-F238E27FC236}">
                <a16:creationId xmlns:a16="http://schemas.microsoft.com/office/drawing/2014/main" id="{73DAE71C-5E98-47B0-8E94-9577CAB9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40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&lt;</a:t>
            </a:r>
          </a:p>
        </p:txBody>
      </p:sp>
      <p:sp>
        <p:nvSpPr>
          <p:cNvPr id="91" name="loop-line-left">
            <a:extLst xmlns:a="http://schemas.openxmlformats.org/drawingml/2006/main">
              <a:ext uri="{FF2B5EF4-FFF2-40B4-BE49-F238E27FC236}">
                <a16:creationId xmlns:a16="http://schemas.microsoft.com/office/drawing/2014/main" id="{0B339C61-35BB-4407-8BBD-1B22FA51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2430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2" name="loop-arrow-left">
            <a:extLst xmlns:a="http://schemas.openxmlformats.org/drawingml/2006/main">
              <a:ext uri="{FF2B5EF4-FFF2-40B4-BE49-F238E27FC236}">
                <a16:creationId xmlns:a16="http://schemas.microsoft.com/office/drawing/2014/main" id="{4E9E075E-4DAF-4D1D-AB2C-DA817DF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^</a:t>
            </a:r>
          </a:p>
        </p:txBody>
      </p:sp>
      <p:sp>
        <p:nvSpPr>
          <p:cNvPr id="93" name="repo-panel">
            <a:extLst xmlns:a="http://schemas.openxmlformats.org/drawingml/2006/main">
              <a:ext uri="{FF2B5EF4-FFF2-40B4-BE49-F238E27FC236}">
                <a16:creationId xmlns:a16="http://schemas.microsoft.com/office/drawing/2014/main" id="{5B0B49F3-8BC3-45C4-820A-344FC03B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00250"/>
            <a:ext cx="4419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4" name="repo-title">
            <a:extLst xmlns:a="http://schemas.openxmlformats.org/drawingml/2006/main">
              <a:ext uri="{FF2B5EF4-FFF2-40B4-BE49-F238E27FC236}">
                <a16:creationId xmlns:a16="http://schemas.microsoft.com/office/drawing/2014/main" id="{D8A2B35C-1120-44FD-93E0-41E8007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62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仓库沉淀结构</a:t>
            </a:r>
          </a:p>
        </p:txBody>
      </p:sp>
      <p:sp>
        <p:nvSpPr>
          <p:cNvPr id="95" name="repo-bucket-0">
            <a:extLst xmlns:a="http://schemas.openxmlformats.org/drawingml/2006/main">
              <a:ext uri="{FF2B5EF4-FFF2-40B4-BE49-F238E27FC236}">
                <a16:creationId xmlns:a16="http://schemas.microsoft.com/office/drawing/2014/main" id="{6251B30B-DB87-41DA-8F5B-0768794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6" name="repo-bucket-0-title">
            <a:extLst xmlns:a="http://schemas.openxmlformats.org/drawingml/2006/main">
              <a:ext uri="{FF2B5EF4-FFF2-40B4-BE49-F238E27FC236}">
                <a16:creationId xmlns:a16="http://schemas.microsoft.com/office/drawing/2014/main" id="{99CDB635-4AF5-4FA2-B893-85C57DEA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docs/</a:t>
            </a:r>
          </a:p>
        </p:txBody>
      </p:sp>
      <p:sp>
        <p:nvSpPr>
          <p:cNvPr id="97" name="repo-bucket-0-sub">
            <a:extLst xmlns:a="http://schemas.openxmlformats.org/drawingml/2006/main">
              <a:ext uri="{FF2B5EF4-FFF2-40B4-BE49-F238E27FC236}">
                <a16:creationId xmlns:a16="http://schemas.microsoft.com/office/drawing/2014/main" id="{79520AE7-CED2-4C6B-B673-E5F44472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38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稳定主线</a:t>
            </a:r>
          </a:p>
        </p:txBody>
      </p:sp>
      <p:sp>
        <p:nvSpPr>
          <p:cNvPr id="98" name="repo-bucket-1">
            <a:extLst xmlns:a="http://schemas.openxmlformats.org/drawingml/2006/main">
              <a:ext uri="{FF2B5EF4-FFF2-40B4-BE49-F238E27FC236}">
                <a16:creationId xmlns:a16="http://schemas.microsoft.com/office/drawing/2014/main" id="{4AB7534B-3A55-4806-B44B-4EC7A43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718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9" name="repo-bucket-1-title">
            <a:extLst xmlns:a="http://schemas.openxmlformats.org/drawingml/2006/main">
              <a:ext uri="{FF2B5EF4-FFF2-40B4-BE49-F238E27FC236}">
                <a16:creationId xmlns:a16="http://schemas.microsoft.com/office/drawing/2014/main" id="{3959FF45-14B1-4A6E-94F0-21BCCFA6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3372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notes/</a:t>
            </a:r>
          </a:p>
        </p:txBody>
      </p:sp>
      <p:sp>
        <p:nvSpPr>
          <p:cNvPr id="100" name="repo-bucket-1-sub">
            <a:extLst xmlns:a="http://schemas.openxmlformats.org/drawingml/2006/main">
              <a:ext uri="{FF2B5EF4-FFF2-40B4-BE49-F238E27FC236}">
                <a16:creationId xmlns:a16="http://schemas.microsoft.com/office/drawing/2014/main" id="{749D3464-F8C3-415E-81DF-E24DCED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38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资料消化</a:t>
            </a:r>
          </a:p>
        </p:txBody>
      </p:sp>
      <p:sp>
        <p:nvSpPr>
          <p:cNvPr id="101" name="repo-bucket-2">
            <a:extLst xmlns:a="http://schemas.openxmlformats.org/drawingml/2006/main">
              <a:ext uri="{FF2B5EF4-FFF2-40B4-BE49-F238E27FC236}">
                <a16:creationId xmlns:a16="http://schemas.microsoft.com/office/drawing/2014/main" id="{AB172A72-4900-4021-AE76-DA24564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2" name="repo-bucket-2-title">
            <a:extLst xmlns:a="http://schemas.openxmlformats.org/drawingml/2006/main">
              <a:ext uri="{FF2B5EF4-FFF2-40B4-BE49-F238E27FC236}">
                <a16:creationId xmlns:a16="http://schemas.microsoft.com/office/drawing/2014/main" id="{EABC7CE2-A2E7-4FC6-86B2-FB5B002C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research/</a:t>
            </a:r>
          </a:p>
        </p:txBody>
      </p:sp>
      <p:sp>
        <p:nvSpPr>
          <p:cNvPr id="103" name="repo-bucket-2-sub">
            <a:extLst xmlns:a="http://schemas.openxmlformats.org/drawingml/2006/main">
              <a:ext uri="{FF2B5EF4-FFF2-40B4-BE49-F238E27FC236}">
                <a16:creationId xmlns:a16="http://schemas.microsoft.com/office/drawing/2014/main" id="{9A9582B2-CE01-4168-A863-25C9101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场景拆解</a:t>
            </a:r>
          </a:p>
        </p:txBody>
      </p:sp>
      <p:sp>
        <p:nvSpPr>
          <p:cNvPr id="104" name="repo-bucket-3">
            <a:extLst xmlns:a="http://schemas.openxmlformats.org/drawingml/2006/main">
              <a:ext uri="{FF2B5EF4-FFF2-40B4-BE49-F238E27FC236}">
                <a16:creationId xmlns:a16="http://schemas.microsoft.com/office/drawing/2014/main" id="{E658E36C-F8AC-4C74-B824-0291F05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767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05" name="repo-bucket-3-title">
            <a:extLst xmlns:a="http://schemas.openxmlformats.org/drawingml/2006/main">
              <a:ext uri="{FF2B5EF4-FFF2-40B4-BE49-F238E27FC236}">
                <a16:creationId xmlns:a16="http://schemas.microsoft.com/office/drawing/2014/main" id="{6430B0B6-081C-4B88-92EB-96F7FA2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1238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labs/</a:t>
            </a:r>
          </a:p>
        </p:txBody>
      </p:sp>
      <p:sp>
        <p:nvSpPr>
          <p:cNvPr id="106" name="repo-bucket-3-sub">
            <a:extLst xmlns:a="http://schemas.openxmlformats.org/drawingml/2006/main">
              <a:ext uri="{FF2B5EF4-FFF2-40B4-BE49-F238E27FC236}">
                <a16:creationId xmlns:a16="http://schemas.microsoft.com/office/drawing/2014/main" id="{D6C668C6-D8FD-4C56-8B2E-8823943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434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最小实验</a:t>
            </a:r>
          </a:p>
        </p:txBody>
      </p:sp>
      <p:sp>
        <p:nvSpPr>
          <p:cNvPr id="107" name="final-principle">
            <a:extLst xmlns:a="http://schemas.openxmlformats.org/drawingml/2006/main">
              <a:ext uri="{FF2B5EF4-FFF2-40B4-BE49-F238E27FC236}">
                <a16:creationId xmlns:a16="http://schemas.microsoft.com/office/drawing/2014/main" id="{1C442FF6-D55A-403E-BBCA-7BE3508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768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未经验证，不宣称完成。</a:t>
            </a:r>
          </a:p>
        </p:txBody>
      </p:sp>
      <p:sp>
        <p:nvSpPr>
          <p:cNvPr id="108" name="page-marker-bg">
            <a:extLst xmlns:a="http://schemas.openxmlformats.org/drawingml/2006/main">
              <a:ext uri="{FF2B5EF4-FFF2-40B4-BE49-F238E27FC236}">
                <a16:creationId xmlns:a16="http://schemas.microsoft.com/office/drawing/2014/main" id="{25DF1634-291E-468A-8A57-C6B77E67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53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4C36FD6-53C9-4D16-929D-9D90DA1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19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9975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2026-05-23T16:30:27.3950000Z</dcterms:created>
  <dcterms:modified xsi:type="dcterms:W3CDTF">2026-05-23T16:30:27.3950000Z</dcterms:modified>
</coreProperties>
</file>